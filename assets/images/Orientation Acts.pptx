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62" r:id="rId3"/>
    <p:sldId id="263" r:id="rId4"/>
    <p:sldId id="264" r:id="rId5"/>
    <p:sldId id="266" r:id="rId6"/>
    <p:sldId id="265" r:id="rId7"/>
    <p:sldId id="275" r:id="rId8"/>
    <p:sldId id="276" r:id="rId9"/>
    <p:sldId id="277" r:id="rId10"/>
    <p:sldId id="278" r:id="rId11"/>
    <p:sldId id="267" r:id="rId12"/>
    <p:sldId id="271" r:id="rId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6" d="100"/>
          <a:sy n="66" d="100"/>
        </p:scale>
        <p:origin x="60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2F22C3C-ECC8-6880-63B3-23E260DBB6E8}"/>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5857117A-B13D-9105-79AA-A1D1EBB42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95B2A88D-03C5-E1E4-F0D1-E10D635AE239}"/>
              </a:ext>
            </a:extLst>
          </p:cNvPr>
          <p:cNvSpPr>
            <a:spLocks noGrp="1"/>
          </p:cNvSpPr>
          <p:nvPr>
            <p:ph type="dt" sz="half" idx="10"/>
          </p:nvPr>
        </p:nvSpPr>
        <p:spPr/>
        <p:txBody>
          <a:bodyPr/>
          <a:lstStyle/>
          <a:p>
            <a:fld id="{11143712-4E7F-40F7-B22F-C28D029A46E4}" type="datetimeFigureOut">
              <a:rPr lang="ko-KR" altLang="en-US" smtClean="0"/>
              <a:t>2026-09-05</a:t>
            </a:fld>
            <a:endParaRPr lang="ko-KR" altLang="en-US" dirty="0"/>
          </a:p>
        </p:txBody>
      </p:sp>
      <p:sp>
        <p:nvSpPr>
          <p:cNvPr id="5" name="바닥글 개체 틀 4">
            <a:extLst>
              <a:ext uri="{FF2B5EF4-FFF2-40B4-BE49-F238E27FC236}">
                <a16:creationId xmlns:a16="http://schemas.microsoft.com/office/drawing/2014/main" id="{43F77839-4D04-90F8-8D60-8292B275ADB3}"/>
              </a:ext>
            </a:extLst>
          </p:cNvPr>
          <p:cNvSpPr>
            <a:spLocks noGrp="1"/>
          </p:cNvSpPr>
          <p:nvPr>
            <p:ph type="ftr" sz="quarter" idx="11"/>
          </p:nvPr>
        </p:nvSpPr>
        <p:spPr/>
        <p:txBody>
          <a:bodyPr/>
          <a:lstStyle/>
          <a:p>
            <a:endParaRPr lang="ko-KR" altLang="en-US" dirty="0"/>
          </a:p>
        </p:txBody>
      </p:sp>
      <p:sp>
        <p:nvSpPr>
          <p:cNvPr id="6" name="슬라이드 번호 개체 틀 5">
            <a:extLst>
              <a:ext uri="{FF2B5EF4-FFF2-40B4-BE49-F238E27FC236}">
                <a16:creationId xmlns:a16="http://schemas.microsoft.com/office/drawing/2014/main" id="{DB320016-CEFF-D068-E2A7-27630C6AABCF}"/>
              </a:ext>
            </a:extLst>
          </p:cNvPr>
          <p:cNvSpPr>
            <a:spLocks noGrp="1"/>
          </p:cNvSpPr>
          <p:nvPr>
            <p:ph type="sldNum" sz="quarter" idx="12"/>
          </p:nvPr>
        </p:nvSpPr>
        <p:spPr/>
        <p:txBody>
          <a:bodyPr/>
          <a:lstStyle/>
          <a:p>
            <a:fld id="{2AC9DFC4-6AE2-49F2-817E-8F576F804026}" type="slidenum">
              <a:rPr lang="ko-KR" altLang="en-US" smtClean="0"/>
              <a:t>‹#›</a:t>
            </a:fld>
            <a:endParaRPr lang="ko-KR" altLang="en-US" dirty="0"/>
          </a:p>
        </p:txBody>
      </p:sp>
    </p:spTree>
    <p:extLst>
      <p:ext uri="{BB962C8B-B14F-4D97-AF65-F5344CB8AC3E}">
        <p14:creationId xmlns:p14="http://schemas.microsoft.com/office/powerpoint/2010/main" val="3974971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B99B4C-BF17-59A6-3825-D3A3AE46D66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61948E36-6D8E-80D7-E1A5-936BFACAC86F}"/>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D4D27E9-EEC4-8465-CFF4-EECAAE145A92}"/>
              </a:ext>
            </a:extLst>
          </p:cNvPr>
          <p:cNvSpPr>
            <a:spLocks noGrp="1"/>
          </p:cNvSpPr>
          <p:nvPr>
            <p:ph type="dt" sz="half" idx="10"/>
          </p:nvPr>
        </p:nvSpPr>
        <p:spPr/>
        <p:txBody>
          <a:bodyPr/>
          <a:lstStyle/>
          <a:p>
            <a:fld id="{11143712-4E7F-40F7-B22F-C28D029A46E4}" type="datetimeFigureOut">
              <a:rPr lang="ko-KR" altLang="en-US" smtClean="0"/>
              <a:t>2026-09-05</a:t>
            </a:fld>
            <a:endParaRPr lang="ko-KR" altLang="en-US" dirty="0"/>
          </a:p>
        </p:txBody>
      </p:sp>
      <p:sp>
        <p:nvSpPr>
          <p:cNvPr id="5" name="바닥글 개체 틀 4">
            <a:extLst>
              <a:ext uri="{FF2B5EF4-FFF2-40B4-BE49-F238E27FC236}">
                <a16:creationId xmlns:a16="http://schemas.microsoft.com/office/drawing/2014/main" id="{A1BD5B92-1020-42DA-4BAF-3CF303959923}"/>
              </a:ext>
            </a:extLst>
          </p:cNvPr>
          <p:cNvSpPr>
            <a:spLocks noGrp="1"/>
          </p:cNvSpPr>
          <p:nvPr>
            <p:ph type="ftr" sz="quarter" idx="11"/>
          </p:nvPr>
        </p:nvSpPr>
        <p:spPr/>
        <p:txBody>
          <a:bodyPr/>
          <a:lstStyle/>
          <a:p>
            <a:endParaRPr lang="ko-KR" altLang="en-US" dirty="0"/>
          </a:p>
        </p:txBody>
      </p:sp>
      <p:sp>
        <p:nvSpPr>
          <p:cNvPr id="6" name="슬라이드 번호 개체 틀 5">
            <a:extLst>
              <a:ext uri="{FF2B5EF4-FFF2-40B4-BE49-F238E27FC236}">
                <a16:creationId xmlns:a16="http://schemas.microsoft.com/office/drawing/2014/main" id="{6E8ED0DE-0BBA-1091-190A-7FBD37934EB5}"/>
              </a:ext>
            </a:extLst>
          </p:cNvPr>
          <p:cNvSpPr>
            <a:spLocks noGrp="1"/>
          </p:cNvSpPr>
          <p:nvPr>
            <p:ph type="sldNum" sz="quarter" idx="12"/>
          </p:nvPr>
        </p:nvSpPr>
        <p:spPr/>
        <p:txBody>
          <a:bodyPr/>
          <a:lstStyle/>
          <a:p>
            <a:fld id="{2AC9DFC4-6AE2-49F2-817E-8F576F804026}" type="slidenum">
              <a:rPr lang="ko-KR" altLang="en-US" smtClean="0"/>
              <a:t>‹#›</a:t>
            </a:fld>
            <a:endParaRPr lang="ko-KR" altLang="en-US" dirty="0"/>
          </a:p>
        </p:txBody>
      </p:sp>
    </p:spTree>
    <p:extLst>
      <p:ext uri="{BB962C8B-B14F-4D97-AF65-F5344CB8AC3E}">
        <p14:creationId xmlns:p14="http://schemas.microsoft.com/office/powerpoint/2010/main" val="568121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9B57E5-6D3E-5FB0-D009-2C3F782832E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19CAD808-A940-CE1F-A2A5-DD26B3F7E5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916590CB-7DED-4F95-B4CC-772920F7E97E}"/>
              </a:ext>
            </a:extLst>
          </p:cNvPr>
          <p:cNvSpPr>
            <a:spLocks noGrp="1"/>
          </p:cNvSpPr>
          <p:nvPr>
            <p:ph type="dt" sz="half" idx="10"/>
          </p:nvPr>
        </p:nvSpPr>
        <p:spPr/>
        <p:txBody>
          <a:bodyPr/>
          <a:lstStyle/>
          <a:p>
            <a:fld id="{11143712-4E7F-40F7-B22F-C28D029A46E4}" type="datetimeFigureOut">
              <a:rPr lang="ko-KR" altLang="en-US" smtClean="0"/>
              <a:t>2026-09-05</a:t>
            </a:fld>
            <a:endParaRPr lang="ko-KR" altLang="en-US" dirty="0"/>
          </a:p>
        </p:txBody>
      </p:sp>
      <p:sp>
        <p:nvSpPr>
          <p:cNvPr id="5" name="바닥글 개체 틀 4">
            <a:extLst>
              <a:ext uri="{FF2B5EF4-FFF2-40B4-BE49-F238E27FC236}">
                <a16:creationId xmlns:a16="http://schemas.microsoft.com/office/drawing/2014/main" id="{F326380C-3E37-6F27-F9E0-B9E72BAD2E91}"/>
              </a:ext>
            </a:extLst>
          </p:cNvPr>
          <p:cNvSpPr>
            <a:spLocks noGrp="1"/>
          </p:cNvSpPr>
          <p:nvPr>
            <p:ph type="ftr" sz="quarter" idx="11"/>
          </p:nvPr>
        </p:nvSpPr>
        <p:spPr/>
        <p:txBody>
          <a:bodyPr/>
          <a:lstStyle/>
          <a:p>
            <a:endParaRPr lang="ko-KR" altLang="en-US" dirty="0"/>
          </a:p>
        </p:txBody>
      </p:sp>
      <p:sp>
        <p:nvSpPr>
          <p:cNvPr id="6" name="슬라이드 번호 개체 틀 5">
            <a:extLst>
              <a:ext uri="{FF2B5EF4-FFF2-40B4-BE49-F238E27FC236}">
                <a16:creationId xmlns:a16="http://schemas.microsoft.com/office/drawing/2014/main" id="{5C25C36C-593D-CFD3-38EC-E62D3218BDFD}"/>
              </a:ext>
            </a:extLst>
          </p:cNvPr>
          <p:cNvSpPr>
            <a:spLocks noGrp="1"/>
          </p:cNvSpPr>
          <p:nvPr>
            <p:ph type="sldNum" sz="quarter" idx="12"/>
          </p:nvPr>
        </p:nvSpPr>
        <p:spPr/>
        <p:txBody>
          <a:bodyPr/>
          <a:lstStyle/>
          <a:p>
            <a:fld id="{2AC9DFC4-6AE2-49F2-817E-8F576F804026}" type="slidenum">
              <a:rPr lang="ko-KR" altLang="en-US" smtClean="0"/>
              <a:t>‹#›</a:t>
            </a:fld>
            <a:endParaRPr lang="ko-KR" altLang="en-US" dirty="0"/>
          </a:p>
        </p:txBody>
      </p:sp>
    </p:spTree>
    <p:extLst>
      <p:ext uri="{BB962C8B-B14F-4D97-AF65-F5344CB8AC3E}">
        <p14:creationId xmlns:p14="http://schemas.microsoft.com/office/powerpoint/2010/main" val="3146206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1BEA3D-7F7A-CCB2-F5E9-DC18109F9252}"/>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3AB23F4-8708-234A-8D1A-650770CD0C07}"/>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4D49B073-6A62-DF74-64B3-5BC0577E449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3ADB4467-86E2-FF32-C381-750E668F8714}"/>
              </a:ext>
            </a:extLst>
          </p:cNvPr>
          <p:cNvSpPr>
            <a:spLocks noGrp="1"/>
          </p:cNvSpPr>
          <p:nvPr>
            <p:ph type="dt" sz="half" idx="10"/>
          </p:nvPr>
        </p:nvSpPr>
        <p:spPr/>
        <p:txBody>
          <a:bodyPr/>
          <a:lstStyle/>
          <a:p>
            <a:fld id="{11143712-4E7F-40F7-B22F-C28D029A46E4}" type="datetimeFigureOut">
              <a:rPr lang="ko-KR" altLang="en-US" smtClean="0"/>
              <a:t>2026-09-05</a:t>
            </a:fld>
            <a:endParaRPr lang="ko-KR" altLang="en-US" dirty="0"/>
          </a:p>
        </p:txBody>
      </p:sp>
      <p:sp>
        <p:nvSpPr>
          <p:cNvPr id="6" name="바닥글 개체 틀 5">
            <a:extLst>
              <a:ext uri="{FF2B5EF4-FFF2-40B4-BE49-F238E27FC236}">
                <a16:creationId xmlns:a16="http://schemas.microsoft.com/office/drawing/2014/main" id="{FC10574A-A1D1-00AD-0746-9B3EF4EE88DC}"/>
              </a:ext>
            </a:extLst>
          </p:cNvPr>
          <p:cNvSpPr>
            <a:spLocks noGrp="1"/>
          </p:cNvSpPr>
          <p:nvPr>
            <p:ph type="ftr" sz="quarter" idx="11"/>
          </p:nvPr>
        </p:nvSpPr>
        <p:spPr/>
        <p:txBody>
          <a:bodyPr/>
          <a:lstStyle/>
          <a:p>
            <a:endParaRPr lang="ko-KR" altLang="en-US" dirty="0"/>
          </a:p>
        </p:txBody>
      </p:sp>
      <p:sp>
        <p:nvSpPr>
          <p:cNvPr id="7" name="슬라이드 번호 개체 틀 6">
            <a:extLst>
              <a:ext uri="{FF2B5EF4-FFF2-40B4-BE49-F238E27FC236}">
                <a16:creationId xmlns:a16="http://schemas.microsoft.com/office/drawing/2014/main" id="{B4FE3A15-85F8-4ED4-62D6-FAACDFFCAC3E}"/>
              </a:ext>
            </a:extLst>
          </p:cNvPr>
          <p:cNvSpPr>
            <a:spLocks noGrp="1"/>
          </p:cNvSpPr>
          <p:nvPr>
            <p:ph type="sldNum" sz="quarter" idx="12"/>
          </p:nvPr>
        </p:nvSpPr>
        <p:spPr/>
        <p:txBody>
          <a:bodyPr/>
          <a:lstStyle/>
          <a:p>
            <a:fld id="{2AC9DFC4-6AE2-49F2-817E-8F576F804026}" type="slidenum">
              <a:rPr lang="ko-KR" altLang="en-US" smtClean="0"/>
              <a:t>‹#›</a:t>
            </a:fld>
            <a:endParaRPr lang="ko-KR" altLang="en-US" dirty="0"/>
          </a:p>
        </p:txBody>
      </p:sp>
    </p:spTree>
    <p:extLst>
      <p:ext uri="{BB962C8B-B14F-4D97-AF65-F5344CB8AC3E}">
        <p14:creationId xmlns:p14="http://schemas.microsoft.com/office/powerpoint/2010/main" val="3561800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5201407-8E06-23CB-6C97-A69D55149A52}"/>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98B63354-7B37-9C75-2481-8BB7B15EA5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B6A2E503-4B0C-C0F7-6F18-4322D8F3E092}"/>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06BCE58-A51D-A666-54E5-DA43365019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7FCF4A8-3C92-6843-3FB3-84408D419E8A}"/>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C0AB70F0-8EAD-89DA-D89A-F9B3709E4556}"/>
              </a:ext>
            </a:extLst>
          </p:cNvPr>
          <p:cNvSpPr>
            <a:spLocks noGrp="1"/>
          </p:cNvSpPr>
          <p:nvPr>
            <p:ph type="dt" sz="half" idx="10"/>
          </p:nvPr>
        </p:nvSpPr>
        <p:spPr/>
        <p:txBody>
          <a:bodyPr/>
          <a:lstStyle/>
          <a:p>
            <a:fld id="{11143712-4E7F-40F7-B22F-C28D029A46E4}" type="datetimeFigureOut">
              <a:rPr lang="ko-KR" altLang="en-US" smtClean="0"/>
              <a:t>2026-09-05</a:t>
            </a:fld>
            <a:endParaRPr lang="ko-KR" altLang="en-US" dirty="0"/>
          </a:p>
        </p:txBody>
      </p:sp>
      <p:sp>
        <p:nvSpPr>
          <p:cNvPr id="8" name="바닥글 개체 틀 7">
            <a:extLst>
              <a:ext uri="{FF2B5EF4-FFF2-40B4-BE49-F238E27FC236}">
                <a16:creationId xmlns:a16="http://schemas.microsoft.com/office/drawing/2014/main" id="{C1EA3198-C205-6239-9AC2-751BEDEB3710}"/>
              </a:ext>
            </a:extLst>
          </p:cNvPr>
          <p:cNvSpPr>
            <a:spLocks noGrp="1"/>
          </p:cNvSpPr>
          <p:nvPr>
            <p:ph type="ftr" sz="quarter" idx="11"/>
          </p:nvPr>
        </p:nvSpPr>
        <p:spPr/>
        <p:txBody>
          <a:bodyPr/>
          <a:lstStyle/>
          <a:p>
            <a:endParaRPr lang="ko-KR" altLang="en-US" dirty="0"/>
          </a:p>
        </p:txBody>
      </p:sp>
      <p:sp>
        <p:nvSpPr>
          <p:cNvPr id="9" name="슬라이드 번호 개체 틀 8">
            <a:extLst>
              <a:ext uri="{FF2B5EF4-FFF2-40B4-BE49-F238E27FC236}">
                <a16:creationId xmlns:a16="http://schemas.microsoft.com/office/drawing/2014/main" id="{FF7A00A0-2B3F-F393-632C-6C7672816269}"/>
              </a:ext>
            </a:extLst>
          </p:cNvPr>
          <p:cNvSpPr>
            <a:spLocks noGrp="1"/>
          </p:cNvSpPr>
          <p:nvPr>
            <p:ph type="sldNum" sz="quarter" idx="12"/>
          </p:nvPr>
        </p:nvSpPr>
        <p:spPr/>
        <p:txBody>
          <a:bodyPr/>
          <a:lstStyle/>
          <a:p>
            <a:fld id="{2AC9DFC4-6AE2-49F2-817E-8F576F804026}" type="slidenum">
              <a:rPr lang="ko-KR" altLang="en-US" smtClean="0"/>
              <a:t>‹#›</a:t>
            </a:fld>
            <a:endParaRPr lang="ko-KR" altLang="en-US" dirty="0"/>
          </a:p>
        </p:txBody>
      </p:sp>
    </p:spTree>
    <p:extLst>
      <p:ext uri="{BB962C8B-B14F-4D97-AF65-F5344CB8AC3E}">
        <p14:creationId xmlns:p14="http://schemas.microsoft.com/office/powerpoint/2010/main" val="1687930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D34B5D9-32F8-9066-F442-BC15D783D6B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4D6318D1-4346-45A0-63FE-13A822678067}"/>
              </a:ext>
            </a:extLst>
          </p:cNvPr>
          <p:cNvSpPr>
            <a:spLocks noGrp="1"/>
          </p:cNvSpPr>
          <p:nvPr>
            <p:ph type="dt" sz="half" idx="10"/>
          </p:nvPr>
        </p:nvSpPr>
        <p:spPr/>
        <p:txBody>
          <a:bodyPr/>
          <a:lstStyle/>
          <a:p>
            <a:fld id="{11143712-4E7F-40F7-B22F-C28D029A46E4}" type="datetimeFigureOut">
              <a:rPr lang="ko-KR" altLang="en-US" smtClean="0"/>
              <a:t>2026-09-05</a:t>
            </a:fld>
            <a:endParaRPr lang="ko-KR" altLang="en-US" dirty="0"/>
          </a:p>
        </p:txBody>
      </p:sp>
      <p:sp>
        <p:nvSpPr>
          <p:cNvPr id="4" name="바닥글 개체 틀 3">
            <a:extLst>
              <a:ext uri="{FF2B5EF4-FFF2-40B4-BE49-F238E27FC236}">
                <a16:creationId xmlns:a16="http://schemas.microsoft.com/office/drawing/2014/main" id="{A8ED125F-1DD7-B02E-0ACD-B41A691CB101}"/>
              </a:ext>
            </a:extLst>
          </p:cNvPr>
          <p:cNvSpPr>
            <a:spLocks noGrp="1"/>
          </p:cNvSpPr>
          <p:nvPr>
            <p:ph type="ftr" sz="quarter" idx="11"/>
          </p:nvPr>
        </p:nvSpPr>
        <p:spPr/>
        <p:txBody>
          <a:bodyPr/>
          <a:lstStyle/>
          <a:p>
            <a:endParaRPr lang="ko-KR" altLang="en-US" dirty="0"/>
          </a:p>
        </p:txBody>
      </p:sp>
      <p:sp>
        <p:nvSpPr>
          <p:cNvPr id="5" name="슬라이드 번호 개체 틀 4">
            <a:extLst>
              <a:ext uri="{FF2B5EF4-FFF2-40B4-BE49-F238E27FC236}">
                <a16:creationId xmlns:a16="http://schemas.microsoft.com/office/drawing/2014/main" id="{6E789E07-65D3-3C7B-F618-26333E920ED2}"/>
              </a:ext>
            </a:extLst>
          </p:cNvPr>
          <p:cNvSpPr>
            <a:spLocks noGrp="1"/>
          </p:cNvSpPr>
          <p:nvPr>
            <p:ph type="sldNum" sz="quarter" idx="12"/>
          </p:nvPr>
        </p:nvSpPr>
        <p:spPr/>
        <p:txBody>
          <a:bodyPr/>
          <a:lstStyle/>
          <a:p>
            <a:fld id="{2AC9DFC4-6AE2-49F2-817E-8F576F804026}" type="slidenum">
              <a:rPr lang="ko-KR" altLang="en-US" smtClean="0"/>
              <a:t>‹#›</a:t>
            </a:fld>
            <a:endParaRPr lang="ko-KR" altLang="en-US" dirty="0"/>
          </a:p>
        </p:txBody>
      </p:sp>
    </p:spTree>
    <p:extLst>
      <p:ext uri="{BB962C8B-B14F-4D97-AF65-F5344CB8AC3E}">
        <p14:creationId xmlns:p14="http://schemas.microsoft.com/office/powerpoint/2010/main" val="2614000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CB3D89C2-AA9D-0DB0-2889-B0F3C8659797}"/>
              </a:ext>
            </a:extLst>
          </p:cNvPr>
          <p:cNvSpPr>
            <a:spLocks noGrp="1"/>
          </p:cNvSpPr>
          <p:nvPr>
            <p:ph type="dt" sz="half" idx="10"/>
          </p:nvPr>
        </p:nvSpPr>
        <p:spPr/>
        <p:txBody>
          <a:bodyPr/>
          <a:lstStyle/>
          <a:p>
            <a:fld id="{11143712-4E7F-40F7-B22F-C28D029A46E4}" type="datetimeFigureOut">
              <a:rPr lang="ko-KR" altLang="en-US" smtClean="0"/>
              <a:t>2026-09-05</a:t>
            </a:fld>
            <a:endParaRPr lang="ko-KR" altLang="en-US" dirty="0"/>
          </a:p>
        </p:txBody>
      </p:sp>
      <p:sp>
        <p:nvSpPr>
          <p:cNvPr id="3" name="바닥글 개체 틀 2">
            <a:extLst>
              <a:ext uri="{FF2B5EF4-FFF2-40B4-BE49-F238E27FC236}">
                <a16:creationId xmlns:a16="http://schemas.microsoft.com/office/drawing/2014/main" id="{1911B280-A36D-FF43-3FE2-540E74C56CEC}"/>
              </a:ext>
            </a:extLst>
          </p:cNvPr>
          <p:cNvSpPr>
            <a:spLocks noGrp="1"/>
          </p:cNvSpPr>
          <p:nvPr>
            <p:ph type="ftr" sz="quarter" idx="1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88CAD51-94FA-15E6-64A9-A8D9FD621795}"/>
              </a:ext>
            </a:extLst>
          </p:cNvPr>
          <p:cNvSpPr>
            <a:spLocks noGrp="1"/>
          </p:cNvSpPr>
          <p:nvPr>
            <p:ph type="sldNum" sz="quarter" idx="12"/>
          </p:nvPr>
        </p:nvSpPr>
        <p:spPr/>
        <p:txBody>
          <a:bodyPr/>
          <a:lstStyle/>
          <a:p>
            <a:fld id="{2AC9DFC4-6AE2-49F2-817E-8F576F804026}" type="slidenum">
              <a:rPr lang="ko-KR" altLang="en-US" smtClean="0"/>
              <a:t>‹#›</a:t>
            </a:fld>
            <a:endParaRPr lang="ko-KR" altLang="en-US" dirty="0"/>
          </a:p>
        </p:txBody>
      </p:sp>
    </p:spTree>
    <p:extLst>
      <p:ext uri="{BB962C8B-B14F-4D97-AF65-F5344CB8AC3E}">
        <p14:creationId xmlns:p14="http://schemas.microsoft.com/office/powerpoint/2010/main" val="47698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C9104DE-AE82-94F2-AEC2-125035D78F6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2DD17E71-D046-E6FA-279B-870A462A2B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F448A2C8-9F46-CC62-214B-1CD0711D20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4F45B0E4-2AE8-0F3F-9316-DD2D1CEF5715}"/>
              </a:ext>
            </a:extLst>
          </p:cNvPr>
          <p:cNvSpPr>
            <a:spLocks noGrp="1"/>
          </p:cNvSpPr>
          <p:nvPr>
            <p:ph type="dt" sz="half" idx="10"/>
          </p:nvPr>
        </p:nvSpPr>
        <p:spPr/>
        <p:txBody>
          <a:bodyPr/>
          <a:lstStyle/>
          <a:p>
            <a:fld id="{11143712-4E7F-40F7-B22F-C28D029A46E4}" type="datetimeFigureOut">
              <a:rPr lang="ko-KR" altLang="en-US" smtClean="0"/>
              <a:t>2026-09-05</a:t>
            </a:fld>
            <a:endParaRPr lang="ko-KR" altLang="en-US" dirty="0"/>
          </a:p>
        </p:txBody>
      </p:sp>
      <p:sp>
        <p:nvSpPr>
          <p:cNvPr id="6" name="바닥글 개체 틀 5">
            <a:extLst>
              <a:ext uri="{FF2B5EF4-FFF2-40B4-BE49-F238E27FC236}">
                <a16:creationId xmlns:a16="http://schemas.microsoft.com/office/drawing/2014/main" id="{A2CBC152-32BC-0668-76D6-561D19E1434B}"/>
              </a:ext>
            </a:extLst>
          </p:cNvPr>
          <p:cNvSpPr>
            <a:spLocks noGrp="1"/>
          </p:cNvSpPr>
          <p:nvPr>
            <p:ph type="ftr" sz="quarter" idx="11"/>
          </p:nvPr>
        </p:nvSpPr>
        <p:spPr/>
        <p:txBody>
          <a:bodyPr/>
          <a:lstStyle/>
          <a:p>
            <a:endParaRPr lang="ko-KR" altLang="en-US" dirty="0"/>
          </a:p>
        </p:txBody>
      </p:sp>
      <p:sp>
        <p:nvSpPr>
          <p:cNvPr id="7" name="슬라이드 번호 개체 틀 6">
            <a:extLst>
              <a:ext uri="{FF2B5EF4-FFF2-40B4-BE49-F238E27FC236}">
                <a16:creationId xmlns:a16="http://schemas.microsoft.com/office/drawing/2014/main" id="{60E769D7-B12E-4CEE-C845-B10DA1379442}"/>
              </a:ext>
            </a:extLst>
          </p:cNvPr>
          <p:cNvSpPr>
            <a:spLocks noGrp="1"/>
          </p:cNvSpPr>
          <p:nvPr>
            <p:ph type="sldNum" sz="quarter" idx="12"/>
          </p:nvPr>
        </p:nvSpPr>
        <p:spPr/>
        <p:txBody>
          <a:bodyPr/>
          <a:lstStyle/>
          <a:p>
            <a:fld id="{2AC9DFC4-6AE2-49F2-817E-8F576F804026}" type="slidenum">
              <a:rPr lang="ko-KR" altLang="en-US" smtClean="0"/>
              <a:t>‹#›</a:t>
            </a:fld>
            <a:endParaRPr lang="ko-KR" altLang="en-US" dirty="0"/>
          </a:p>
        </p:txBody>
      </p:sp>
    </p:spTree>
    <p:extLst>
      <p:ext uri="{BB962C8B-B14F-4D97-AF65-F5344CB8AC3E}">
        <p14:creationId xmlns:p14="http://schemas.microsoft.com/office/powerpoint/2010/main" val="3051298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7F802B-17E7-322F-C90D-E5BAE4B4781B}"/>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2D91264F-4030-53D3-E383-9AF7681E3E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a:extLst>
              <a:ext uri="{FF2B5EF4-FFF2-40B4-BE49-F238E27FC236}">
                <a16:creationId xmlns:a16="http://schemas.microsoft.com/office/drawing/2014/main" id="{A9766F64-DB1A-4D9F-EA86-801254DDF8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A6A2D7F-6FC4-1C62-5AC3-B388B94D9C12}"/>
              </a:ext>
            </a:extLst>
          </p:cNvPr>
          <p:cNvSpPr>
            <a:spLocks noGrp="1"/>
          </p:cNvSpPr>
          <p:nvPr>
            <p:ph type="dt" sz="half" idx="10"/>
          </p:nvPr>
        </p:nvSpPr>
        <p:spPr/>
        <p:txBody>
          <a:bodyPr/>
          <a:lstStyle/>
          <a:p>
            <a:fld id="{11143712-4E7F-40F7-B22F-C28D029A46E4}" type="datetimeFigureOut">
              <a:rPr lang="ko-KR" altLang="en-US" smtClean="0"/>
              <a:t>2026-09-05</a:t>
            </a:fld>
            <a:endParaRPr lang="ko-KR" altLang="en-US" dirty="0"/>
          </a:p>
        </p:txBody>
      </p:sp>
      <p:sp>
        <p:nvSpPr>
          <p:cNvPr id="6" name="바닥글 개체 틀 5">
            <a:extLst>
              <a:ext uri="{FF2B5EF4-FFF2-40B4-BE49-F238E27FC236}">
                <a16:creationId xmlns:a16="http://schemas.microsoft.com/office/drawing/2014/main" id="{12FE172B-FBB6-1EA5-64E6-1365577D33E7}"/>
              </a:ext>
            </a:extLst>
          </p:cNvPr>
          <p:cNvSpPr>
            <a:spLocks noGrp="1"/>
          </p:cNvSpPr>
          <p:nvPr>
            <p:ph type="ftr" sz="quarter" idx="11"/>
          </p:nvPr>
        </p:nvSpPr>
        <p:spPr/>
        <p:txBody>
          <a:bodyPr/>
          <a:lstStyle/>
          <a:p>
            <a:endParaRPr lang="ko-KR" altLang="en-US" dirty="0"/>
          </a:p>
        </p:txBody>
      </p:sp>
      <p:sp>
        <p:nvSpPr>
          <p:cNvPr id="7" name="슬라이드 번호 개체 틀 6">
            <a:extLst>
              <a:ext uri="{FF2B5EF4-FFF2-40B4-BE49-F238E27FC236}">
                <a16:creationId xmlns:a16="http://schemas.microsoft.com/office/drawing/2014/main" id="{3F53EBA2-A2D4-3FBB-BAD3-758540EBD094}"/>
              </a:ext>
            </a:extLst>
          </p:cNvPr>
          <p:cNvSpPr>
            <a:spLocks noGrp="1"/>
          </p:cNvSpPr>
          <p:nvPr>
            <p:ph type="sldNum" sz="quarter" idx="12"/>
          </p:nvPr>
        </p:nvSpPr>
        <p:spPr/>
        <p:txBody>
          <a:bodyPr/>
          <a:lstStyle/>
          <a:p>
            <a:fld id="{2AC9DFC4-6AE2-49F2-817E-8F576F804026}" type="slidenum">
              <a:rPr lang="ko-KR" altLang="en-US" smtClean="0"/>
              <a:t>‹#›</a:t>
            </a:fld>
            <a:endParaRPr lang="ko-KR" altLang="en-US" dirty="0"/>
          </a:p>
        </p:txBody>
      </p:sp>
    </p:spTree>
    <p:extLst>
      <p:ext uri="{BB962C8B-B14F-4D97-AF65-F5344CB8AC3E}">
        <p14:creationId xmlns:p14="http://schemas.microsoft.com/office/powerpoint/2010/main" val="3106771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0706319-1F1F-0DA7-6FC6-3A91FCE6E0BA}"/>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8F99F445-5619-769F-3227-0745968C5290}"/>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E8D5B10-322D-E7FC-2A60-40F3A20CCEC0}"/>
              </a:ext>
            </a:extLst>
          </p:cNvPr>
          <p:cNvSpPr>
            <a:spLocks noGrp="1"/>
          </p:cNvSpPr>
          <p:nvPr>
            <p:ph type="dt" sz="half" idx="10"/>
          </p:nvPr>
        </p:nvSpPr>
        <p:spPr/>
        <p:txBody>
          <a:bodyPr/>
          <a:lstStyle/>
          <a:p>
            <a:fld id="{11143712-4E7F-40F7-B22F-C28D029A46E4}" type="datetimeFigureOut">
              <a:rPr lang="ko-KR" altLang="en-US" smtClean="0"/>
              <a:t>2026-09-05</a:t>
            </a:fld>
            <a:endParaRPr lang="ko-KR" altLang="en-US" dirty="0"/>
          </a:p>
        </p:txBody>
      </p:sp>
      <p:sp>
        <p:nvSpPr>
          <p:cNvPr id="5" name="바닥글 개체 틀 4">
            <a:extLst>
              <a:ext uri="{FF2B5EF4-FFF2-40B4-BE49-F238E27FC236}">
                <a16:creationId xmlns:a16="http://schemas.microsoft.com/office/drawing/2014/main" id="{3B9BCAFB-3496-B811-9360-E836B3A38A30}"/>
              </a:ext>
            </a:extLst>
          </p:cNvPr>
          <p:cNvSpPr>
            <a:spLocks noGrp="1"/>
          </p:cNvSpPr>
          <p:nvPr>
            <p:ph type="ftr" sz="quarter" idx="11"/>
          </p:nvPr>
        </p:nvSpPr>
        <p:spPr/>
        <p:txBody>
          <a:bodyPr/>
          <a:lstStyle/>
          <a:p>
            <a:endParaRPr lang="ko-KR" altLang="en-US" dirty="0"/>
          </a:p>
        </p:txBody>
      </p:sp>
      <p:sp>
        <p:nvSpPr>
          <p:cNvPr id="6" name="슬라이드 번호 개체 틀 5">
            <a:extLst>
              <a:ext uri="{FF2B5EF4-FFF2-40B4-BE49-F238E27FC236}">
                <a16:creationId xmlns:a16="http://schemas.microsoft.com/office/drawing/2014/main" id="{94491C12-27CD-AE04-36CB-21D0F8DDA587}"/>
              </a:ext>
            </a:extLst>
          </p:cNvPr>
          <p:cNvSpPr>
            <a:spLocks noGrp="1"/>
          </p:cNvSpPr>
          <p:nvPr>
            <p:ph type="sldNum" sz="quarter" idx="12"/>
          </p:nvPr>
        </p:nvSpPr>
        <p:spPr/>
        <p:txBody>
          <a:bodyPr/>
          <a:lstStyle/>
          <a:p>
            <a:fld id="{2AC9DFC4-6AE2-49F2-817E-8F576F804026}" type="slidenum">
              <a:rPr lang="ko-KR" altLang="en-US" smtClean="0"/>
              <a:t>‹#›</a:t>
            </a:fld>
            <a:endParaRPr lang="ko-KR" altLang="en-US" dirty="0"/>
          </a:p>
        </p:txBody>
      </p:sp>
    </p:spTree>
    <p:extLst>
      <p:ext uri="{BB962C8B-B14F-4D97-AF65-F5344CB8AC3E}">
        <p14:creationId xmlns:p14="http://schemas.microsoft.com/office/powerpoint/2010/main" val="4108289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891FF00-24D5-2E65-C0FB-5EFC7326725E}"/>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7C126D42-F785-F111-EA88-A98226FBA868}"/>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F1CA5AC-22DB-6A19-FBD0-E2ADEABD89A3}"/>
              </a:ext>
            </a:extLst>
          </p:cNvPr>
          <p:cNvSpPr>
            <a:spLocks noGrp="1"/>
          </p:cNvSpPr>
          <p:nvPr>
            <p:ph type="dt" sz="half" idx="10"/>
          </p:nvPr>
        </p:nvSpPr>
        <p:spPr/>
        <p:txBody>
          <a:bodyPr/>
          <a:lstStyle/>
          <a:p>
            <a:fld id="{11143712-4E7F-40F7-B22F-C28D029A46E4}" type="datetimeFigureOut">
              <a:rPr lang="ko-KR" altLang="en-US" smtClean="0"/>
              <a:t>2026-09-05</a:t>
            </a:fld>
            <a:endParaRPr lang="ko-KR" altLang="en-US" dirty="0"/>
          </a:p>
        </p:txBody>
      </p:sp>
      <p:sp>
        <p:nvSpPr>
          <p:cNvPr id="5" name="바닥글 개체 틀 4">
            <a:extLst>
              <a:ext uri="{FF2B5EF4-FFF2-40B4-BE49-F238E27FC236}">
                <a16:creationId xmlns:a16="http://schemas.microsoft.com/office/drawing/2014/main" id="{E95EAB55-19DA-EB5A-A242-0B6AED04C360}"/>
              </a:ext>
            </a:extLst>
          </p:cNvPr>
          <p:cNvSpPr>
            <a:spLocks noGrp="1"/>
          </p:cNvSpPr>
          <p:nvPr>
            <p:ph type="ftr" sz="quarter" idx="11"/>
          </p:nvPr>
        </p:nvSpPr>
        <p:spPr/>
        <p:txBody>
          <a:bodyPr/>
          <a:lstStyle/>
          <a:p>
            <a:endParaRPr lang="ko-KR" altLang="en-US" dirty="0"/>
          </a:p>
        </p:txBody>
      </p:sp>
      <p:sp>
        <p:nvSpPr>
          <p:cNvPr id="6" name="슬라이드 번호 개체 틀 5">
            <a:extLst>
              <a:ext uri="{FF2B5EF4-FFF2-40B4-BE49-F238E27FC236}">
                <a16:creationId xmlns:a16="http://schemas.microsoft.com/office/drawing/2014/main" id="{54052F89-2F61-A150-5646-06C4D22642CD}"/>
              </a:ext>
            </a:extLst>
          </p:cNvPr>
          <p:cNvSpPr>
            <a:spLocks noGrp="1"/>
          </p:cNvSpPr>
          <p:nvPr>
            <p:ph type="sldNum" sz="quarter" idx="12"/>
          </p:nvPr>
        </p:nvSpPr>
        <p:spPr/>
        <p:txBody>
          <a:bodyPr/>
          <a:lstStyle/>
          <a:p>
            <a:fld id="{2AC9DFC4-6AE2-49F2-817E-8F576F804026}" type="slidenum">
              <a:rPr lang="ko-KR" altLang="en-US" smtClean="0"/>
              <a:t>‹#›</a:t>
            </a:fld>
            <a:endParaRPr lang="ko-KR" altLang="en-US" dirty="0"/>
          </a:p>
        </p:txBody>
      </p:sp>
    </p:spTree>
    <p:extLst>
      <p:ext uri="{BB962C8B-B14F-4D97-AF65-F5344CB8AC3E}">
        <p14:creationId xmlns:p14="http://schemas.microsoft.com/office/powerpoint/2010/main" val="1642854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279C5A06-CC61-8D1D-44F9-66DACA5607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BB2DC91-15E7-94BD-B584-2AD300F831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A0C8B80-CB97-AFBC-81B5-1B4739EC62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143712-4E7F-40F7-B22F-C28D029A46E4}" type="datetimeFigureOut">
              <a:rPr lang="ko-KR" altLang="en-US" smtClean="0"/>
              <a:t>2026-09-05</a:t>
            </a:fld>
            <a:endParaRPr lang="ko-KR" altLang="en-US" dirty="0"/>
          </a:p>
        </p:txBody>
      </p:sp>
      <p:sp>
        <p:nvSpPr>
          <p:cNvPr id="5" name="바닥글 개체 틀 4">
            <a:extLst>
              <a:ext uri="{FF2B5EF4-FFF2-40B4-BE49-F238E27FC236}">
                <a16:creationId xmlns:a16="http://schemas.microsoft.com/office/drawing/2014/main" id="{6E6A7FA3-8E73-F2B9-D8ED-A47FFB7441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dirty="0"/>
          </a:p>
        </p:txBody>
      </p:sp>
      <p:sp>
        <p:nvSpPr>
          <p:cNvPr id="6" name="슬라이드 번호 개체 틀 5">
            <a:extLst>
              <a:ext uri="{FF2B5EF4-FFF2-40B4-BE49-F238E27FC236}">
                <a16:creationId xmlns:a16="http://schemas.microsoft.com/office/drawing/2014/main" id="{681A8694-F510-739F-F70A-7B6EA99849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C9DFC4-6AE2-49F2-817E-8F576F804026}" type="slidenum">
              <a:rPr lang="ko-KR" altLang="en-US" smtClean="0"/>
              <a:t>‹#›</a:t>
            </a:fld>
            <a:endParaRPr lang="ko-KR" altLang="en-US" dirty="0"/>
          </a:p>
        </p:txBody>
      </p:sp>
    </p:spTree>
    <p:extLst>
      <p:ext uri="{BB962C8B-B14F-4D97-AF65-F5344CB8AC3E}">
        <p14:creationId xmlns:p14="http://schemas.microsoft.com/office/powerpoint/2010/main" val="3782219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맑은 고딕" panose="02110004020202020204"/>
              <a:ea typeface="+mn-ea"/>
              <a:cs typeface="+mn-cs"/>
            </a:endParaRPr>
          </a:p>
        </p:txBody>
      </p:sp>
      <p:sp>
        <p:nvSpPr>
          <p:cNvPr id="10" name="Right Triangle 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맑은 고딕" panose="02110004020202020204"/>
              <a:ea typeface="+mn-ea"/>
              <a:cs typeface="+mn-cs"/>
            </a:endParaRPr>
          </a:p>
        </p:txBody>
      </p:sp>
      <p:sp>
        <p:nvSpPr>
          <p:cNvPr id="12" name="Rectangle 11">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맑은 고딕" panose="02110004020202020204"/>
              <a:ea typeface="+mn-ea"/>
              <a:cs typeface="+mn-cs"/>
            </a:endParaRPr>
          </a:p>
        </p:txBody>
      </p:sp>
      <p:sp>
        <p:nvSpPr>
          <p:cNvPr id="2" name="제목 1">
            <a:extLst>
              <a:ext uri="{FF2B5EF4-FFF2-40B4-BE49-F238E27FC236}">
                <a16:creationId xmlns:a16="http://schemas.microsoft.com/office/drawing/2014/main" id="{7F180E2A-744A-6150-4BCA-A2299945EEE4}"/>
              </a:ext>
            </a:extLst>
          </p:cNvPr>
          <p:cNvSpPr>
            <a:spLocks noGrp="1"/>
          </p:cNvSpPr>
          <p:nvPr>
            <p:ph type="ctrTitle"/>
          </p:nvPr>
        </p:nvSpPr>
        <p:spPr>
          <a:xfrm>
            <a:off x="1285241" y="1008993"/>
            <a:ext cx="9231410" cy="3840939"/>
          </a:xfrm>
        </p:spPr>
        <p:txBody>
          <a:bodyPr anchor="b">
            <a:normAutofit/>
          </a:bodyPr>
          <a:lstStyle/>
          <a:p>
            <a:pPr algn="l"/>
            <a:r>
              <a:rPr lang="en-US" altLang="ko-KR" sz="4000" b="1" dirty="0">
                <a:latin typeface="Lucida Calligraphy" panose="03010101010101010101" pitchFamily="66" charset="0"/>
              </a:rPr>
              <a:t>Book of Acts</a:t>
            </a:r>
            <a:br>
              <a:rPr lang="en-US" altLang="ko-KR" dirty="0"/>
            </a:br>
            <a:br>
              <a:rPr lang="en-US" altLang="ko-KR" sz="11500" dirty="0"/>
            </a:br>
            <a:r>
              <a:rPr lang="en-US" altLang="ko-KR" sz="11500" dirty="0">
                <a:latin typeface="LG Smart UI Bold" panose="020B0800000101010101" pitchFamily="50" charset="-127"/>
                <a:ea typeface="LG Smart UI Bold" panose="020B0800000101010101" pitchFamily="50" charset="-127"/>
              </a:rPr>
              <a:t>Orientation</a:t>
            </a:r>
            <a:r>
              <a:rPr lang="ko-KR" altLang="en-US" sz="11500" dirty="0"/>
              <a:t> </a:t>
            </a:r>
          </a:p>
        </p:txBody>
      </p:sp>
      <p:sp>
        <p:nvSpPr>
          <p:cNvPr id="3" name="부제목 2">
            <a:extLst>
              <a:ext uri="{FF2B5EF4-FFF2-40B4-BE49-F238E27FC236}">
                <a16:creationId xmlns:a16="http://schemas.microsoft.com/office/drawing/2014/main" id="{5B8E2627-0C5B-F945-9A50-1B04829D8577}"/>
              </a:ext>
            </a:extLst>
          </p:cNvPr>
          <p:cNvSpPr>
            <a:spLocks noGrp="1"/>
          </p:cNvSpPr>
          <p:nvPr>
            <p:ph type="subTitle" idx="1"/>
          </p:nvPr>
        </p:nvSpPr>
        <p:spPr>
          <a:xfrm>
            <a:off x="1285241" y="5476775"/>
            <a:ext cx="7132335" cy="418696"/>
          </a:xfrm>
        </p:spPr>
        <p:txBody>
          <a:bodyPr anchor="t">
            <a:normAutofit lnSpcReduction="10000"/>
          </a:bodyPr>
          <a:lstStyle/>
          <a:p>
            <a:pPr algn="l"/>
            <a:r>
              <a:rPr lang="en-US" altLang="ko-KR" dirty="0">
                <a:latin typeface="KoPub돋움체 Medium" panose="02020603020101020101" pitchFamily="18" charset="-127"/>
                <a:ea typeface="KoPub돋움체 Medium" panose="02020603020101020101" pitchFamily="18" charset="-127"/>
              </a:rPr>
              <a:t>Prof. Gichun “Samuel” Cho</a:t>
            </a:r>
          </a:p>
        </p:txBody>
      </p:sp>
    </p:spTree>
    <p:extLst>
      <p:ext uri="{BB962C8B-B14F-4D97-AF65-F5344CB8AC3E}">
        <p14:creationId xmlns:p14="http://schemas.microsoft.com/office/powerpoint/2010/main" val="3117281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1B3E95-A574-B88C-3502-08BDA02411E0}"/>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6AD4E190-B6E4-0F80-3526-81062C22800E}"/>
              </a:ext>
            </a:extLst>
          </p:cNvPr>
          <p:cNvSpPr>
            <a:spLocks noGrp="1"/>
          </p:cNvSpPr>
          <p:nvPr>
            <p:ph type="title"/>
          </p:nvPr>
        </p:nvSpPr>
        <p:spPr>
          <a:xfrm>
            <a:off x="1043631" y="809898"/>
            <a:ext cx="9942716" cy="1554480"/>
          </a:xfrm>
        </p:spPr>
        <p:txBody>
          <a:bodyPr anchor="ctr">
            <a:normAutofit/>
          </a:bodyPr>
          <a:lstStyle/>
          <a:p>
            <a:r>
              <a:rPr lang="en-US" altLang="ko-KR" sz="4800" b="1"/>
              <a:t>Course Objectives </a:t>
            </a:r>
            <a:endParaRPr lang="ko-KR" altLang="en-US" sz="4800" b="1"/>
          </a:p>
        </p:txBody>
      </p:sp>
      <p:sp>
        <p:nvSpPr>
          <p:cNvPr id="3" name="내용 개체 틀 2">
            <a:extLst>
              <a:ext uri="{FF2B5EF4-FFF2-40B4-BE49-F238E27FC236}">
                <a16:creationId xmlns:a16="http://schemas.microsoft.com/office/drawing/2014/main" id="{2BDA015D-E39A-7F32-5375-139454AB3872}"/>
              </a:ext>
            </a:extLst>
          </p:cNvPr>
          <p:cNvSpPr>
            <a:spLocks noGrp="1"/>
          </p:cNvSpPr>
          <p:nvPr>
            <p:ph idx="1"/>
          </p:nvPr>
        </p:nvSpPr>
        <p:spPr>
          <a:xfrm>
            <a:off x="1045028" y="2704014"/>
            <a:ext cx="9941319" cy="3438166"/>
          </a:xfrm>
        </p:spPr>
        <p:txBody>
          <a:bodyPr anchor="ctr">
            <a:normAutofit/>
          </a:bodyPr>
          <a:lstStyle/>
          <a:p>
            <a:pPr marL="457200" indent="-457200">
              <a:buAutoNum type="arabicPeriod"/>
            </a:pPr>
            <a:r>
              <a:rPr lang="en-US" altLang="ko-KR" sz="2200" b="1" dirty="0"/>
              <a:t>Analyze</a:t>
            </a:r>
            <a:r>
              <a:rPr lang="en-US" altLang="ko-KR" sz="2200" dirty="0"/>
              <a:t> the ministry of the Holy Spirit in the birth, growth, and mission of the early church.</a:t>
            </a:r>
          </a:p>
          <a:p>
            <a:pPr marL="457200" indent="-457200">
              <a:buAutoNum type="arabicPeriod"/>
            </a:pPr>
            <a:r>
              <a:rPr lang="en-US" altLang="ko-KR" sz="2200" b="1" dirty="0"/>
              <a:t>Apply</a:t>
            </a:r>
            <a:r>
              <a:rPr lang="en-US" altLang="ko-KR" sz="2200" dirty="0"/>
              <a:t> the principles of Spirit-led discipleship, leadership, evangelism, and church planting found in Acts to present-day ministry contexts.</a:t>
            </a:r>
          </a:p>
          <a:p>
            <a:pPr marL="457200" indent="-457200">
              <a:buAutoNum type="arabicPeriod"/>
            </a:pPr>
            <a:r>
              <a:rPr lang="en-US" altLang="ko-KR" sz="2200" b="1" dirty="0"/>
              <a:t>Develop</a:t>
            </a:r>
            <a:r>
              <a:rPr lang="en-US" altLang="ko-KR" sz="2200" dirty="0"/>
              <a:t> a biblical understanding of the church's mission as empowered by the Holy Spirit to be Christ's witnesses "in Jerusalem, and in all Judea and Samaria, and to the ends of the earth" (Acts 1:8).</a:t>
            </a:r>
          </a:p>
        </p:txBody>
      </p:sp>
      <p:cxnSp>
        <p:nvCxnSpPr>
          <p:cNvPr id="28" name="Straight Connector 2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999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28E8EB-4685-A2BC-D367-A14E8FEC64E9}"/>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9C8EBA85-465C-16B0-A9CC-D2631757733B}"/>
              </a:ext>
            </a:extLst>
          </p:cNvPr>
          <p:cNvSpPr>
            <a:spLocks noGrp="1"/>
          </p:cNvSpPr>
          <p:nvPr>
            <p:ph type="title"/>
          </p:nvPr>
        </p:nvSpPr>
        <p:spPr>
          <a:xfrm>
            <a:off x="1043631" y="809898"/>
            <a:ext cx="9942716" cy="1554480"/>
          </a:xfrm>
        </p:spPr>
        <p:txBody>
          <a:bodyPr anchor="ctr">
            <a:normAutofit/>
          </a:bodyPr>
          <a:lstStyle/>
          <a:p>
            <a:r>
              <a:rPr lang="en-US" altLang="ko-KR" sz="4800" b="1"/>
              <a:t>Textbook</a:t>
            </a:r>
            <a:endParaRPr lang="ko-KR" altLang="en-US" sz="4800" b="1"/>
          </a:p>
        </p:txBody>
      </p:sp>
      <p:sp>
        <p:nvSpPr>
          <p:cNvPr id="3" name="내용 개체 틀 2">
            <a:extLst>
              <a:ext uri="{FF2B5EF4-FFF2-40B4-BE49-F238E27FC236}">
                <a16:creationId xmlns:a16="http://schemas.microsoft.com/office/drawing/2014/main" id="{875DB063-C96F-2D9E-307A-B45D4B7C90CE}"/>
              </a:ext>
            </a:extLst>
          </p:cNvPr>
          <p:cNvSpPr>
            <a:spLocks noGrp="1"/>
          </p:cNvSpPr>
          <p:nvPr>
            <p:ph idx="1"/>
          </p:nvPr>
        </p:nvSpPr>
        <p:spPr>
          <a:xfrm>
            <a:off x="1045028" y="3017522"/>
            <a:ext cx="9941319" cy="3124658"/>
          </a:xfrm>
        </p:spPr>
        <p:txBody>
          <a:bodyPr anchor="ctr">
            <a:normAutofit/>
          </a:bodyPr>
          <a:lstStyle/>
          <a:p>
            <a:pPr marL="457200" indent="-457200">
              <a:buAutoNum type="arabicPeriod"/>
            </a:pPr>
            <a:r>
              <a:rPr lang="en-US" altLang="ko-KR" sz="2400" dirty="0"/>
              <a:t>Korean-English Bible</a:t>
            </a:r>
            <a:r>
              <a:rPr lang="ko-KR" altLang="en-US" sz="2400" dirty="0"/>
              <a:t> </a:t>
            </a:r>
            <a:r>
              <a:rPr lang="en-US" altLang="ko-KR" sz="2400" dirty="0"/>
              <a:t>(NKJV)</a:t>
            </a:r>
          </a:p>
          <a:p>
            <a:pPr marL="457200" indent="-457200">
              <a:buAutoNum type="arabicPeriod"/>
            </a:pPr>
            <a:r>
              <a:rPr lang="en-US" altLang="ko-KR" sz="2400" dirty="0" err="1"/>
              <a:t>Youtube</a:t>
            </a:r>
            <a:r>
              <a:rPr lang="en-US" altLang="ko-KR" sz="2400" dirty="0"/>
              <a:t> of Acts of Pastor Ock Soo Park</a:t>
            </a:r>
          </a:p>
          <a:p>
            <a:pPr marL="457200" indent="-457200">
              <a:buAutoNum type="arabicPeriod"/>
            </a:pPr>
            <a:r>
              <a:rPr lang="en-US" altLang="ko-KR" sz="2400" dirty="0"/>
              <a:t>PDF file of Acts </a:t>
            </a:r>
          </a:p>
        </p:txBody>
      </p:sp>
      <p:cxnSp>
        <p:nvCxnSpPr>
          <p:cNvPr id="28" name="Straight Connector 2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9402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B061F6-EC31-7026-D5A6-7DFF5EA97462}"/>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DF171A23-3188-E465-6D62-1EDCE5A30223}"/>
              </a:ext>
            </a:extLst>
          </p:cNvPr>
          <p:cNvSpPr>
            <a:spLocks noGrp="1"/>
          </p:cNvSpPr>
          <p:nvPr>
            <p:ph type="title"/>
          </p:nvPr>
        </p:nvSpPr>
        <p:spPr>
          <a:xfrm>
            <a:off x="1043631" y="809898"/>
            <a:ext cx="9942716" cy="1554480"/>
          </a:xfrm>
        </p:spPr>
        <p:txBody>
          <a:bodyPr anchor="ctr">
            <a:normAutofit/>
          </a:bodyPr>
          <a:lstStyle/>
          <a:p>
            <a:r>
              <a:rPr lang="en-US" altLang="ko-KR" sz="4800" b="1" dirty="0"/>
              <a:t>Class Flow</a:t>
            </a:r>
            <a:endParaRPr lang="ko-KR" altLang="en-US" sz="4800" b="1" dirty="0"/>
          </a:p>
        </p:txBody>
      </p:sp>
      <p:sp>
        <p:nvSpPr>
          <p:cNvPr id="3" name="내용 개체 틀 2">
            <a:extLst>
              <a:ext uri="{FF2B5EF4-FFF2-40B4-BE49-F238E27FC236}">
                <a16:creationId xmlns:a16="http://schemas.microsoft.com/office/drawing/2014/main" id="{9B4131B7-6EE4-F7B9-EC4D-5BE3EEB13740}"/>
              </a:ext>
            </a:extLst>
          </p:cNvPr>
          <p:cNvSpPr>
            <a:spLocks noGrp="1"/>
          </p:cNvSpPr>
          <p:nvPr>
            <p:ph idx="1"/>
          </p:nvPr>
        </p:nvSpPr>
        <p:spPr>
          <a:xfrm>
            <a:off x="1045028" y="3017522"/>
            <a:ext cx="9941319" cy="3124658"/>
          </a:xfrm>
        </p:spPr>
        <p:txBody>
          <a:bodyPr anchor="ctr">
            <a:normAutofit/>
          </a:bodyPr>
          <a:lstStyle/>
          <a:p>
            <a:pPr marL="457200" indent="-457200">
              <a:buFont typeface="Arial" panose="020B0604020202020204" pitchFamily="34" charset="0"/>
              <a:buAutoNum type="arabicPeriod"/>
            </a:pPr>
            <a:r>
              <a:rPr lang="en-US" altLang="ko-KR" sz="3200" dirty="0"/>
              <a:t>Report of the students</a:t>
            </a:r>
          </a:p>
          <a:p>
            <a:pPr marL="457200" indent="-457200">
              <a:buFont typeface="Arial" panose="020B0604020202020204" pitchFamily="34" charset="0"/>
              <a:buAutoNum type="arabicPeriod"/>
            </a:pPr>
            <a:r>
              <a:rPr lang="en-US" altLang="ko-KR" sz="3200" dirty="0"/>
              <a:t>Lecture from professor</a:t>
            </a:r>
          </a:p>
          <a:p>
            <a:pPr marL="457200" indent="-457200">
              <a:buFont typeface="Arial" panose="020B0604020202020204" pitchFamily="34" charset="0"/>
              <a:buAutoNum type="arabicPeriod"/>
            </a:pPr>
            <a:r>
              <a:rPr lang="en-US" altLang="ko-KR" sz="3200" dirty="0"/>
              <a:t>Homework</a:t>
            </a:r>
          </a:p>
          <a:p>
            <a:pPr marL="457200" indent="-457200">
              <a:buAutoNum type="arabicPeriod"/>
            </a:pPr>
            <a:endParaRPr lang="en-US" altLang="ko-KR" sz="2400" dirty="0"/>
          </a:p>
        </p:txBody>
      </p:sp>
      <p:cxnSp>
        <p:nvCxnSpPr>
          <p:cNvPr id="28" name="Straight Connector 2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399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4E6F9A-DA73-5C59-C911-D8D56F104403}"/>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9E69C234-6552-59C3-AA64-9D7D1F7E4D10}"/>
              </a:ext>
            </a:extLst>
          </p:cNvPr>
          <p:cNvSpPr>
            <a:spLocks noGrp="1"/>
          </p:cNvSpPr>
          <p:nvPr>
            <p:ph type="title"/>
          </p:nvPr>
        </p:nvSpPr>
        <p:spPr>
          <a:xfrm>
            <a:off x="1043631" y="809898"/>
            <a:ext cx="9942716" cy="1554480"/>
          </a:xfrm>
        </p:spPr>
        <p:txBody>
          <a:bodyPr anchor="ctr">
            <a:normAutofit/>
          </a:bodyPr>
          <a:lstStyle/>
          <a:p>
            <a:r>
              <a:rPr lang="en-US" altLang="ko-KR" sz="4800" b="1" dirty="0"/>
              <a:t>1</a:t>
            </a:r>
            <a:r>
              <a:rPr lang="en-US" altLang="ko-KR" sz="4800" b="1" baseline="30000" dirty="0"/>
              <a:t>st</a:t>
            </a:r>
            <a:r>
              <a:rPr lang="en-US" altLang="ko-KR" sz="4800" b="1" dirty="0"/>
              <a:t> Sem</a:t>
            </a:r>
            <a:r>
              <a:rPr lang="ko-KR" altLang="en-US" sz="4800" b="1" dirty="0"/>
              <a:t> </a:t>
            </a:r>
            <a:r>
              <a:rPr lang="en-US" altLang="ko-KR" sz="4800" b="1" dirty="0"/>
              <a:t>Outline</a:t>
            </a:r>
            <a:r>
              <a:rPr lang="ko-KR" altLang="en-US" sz="4800" b="1" dirty="0"/>
              <a:t> </a:t>
            </a:r>
          </a:p>
        </p:txBody>
      </p:sp>
      <p:sp>
        <p:nvSpPr>
          <p:cNvPr id="3" name="내용 개체 틀 2">
            <a:extLst>
              <a:ext uri="{FF2B5EF4-FFF2-40B4-BE49-F238E27FC236}">
                <a16:creationId xmlns:a16="http://schemas.microsoft.com/office/drawing/2014/main" id="{60267A34-B845-95DB-AA91-8BF36397CAF7}"/>
              </a:ext>
            </a:extLst>
          </p:cNvPr>
          <p:cNvSpPr>
            <a:spLocks noGrp="1"/>
          </p:cNvSpPr>
          <p:nvPr>
            <p:ph idx="1"/>
          </p:nvPr>
        </p:nvSpPr>
        <p:spPr>
          <a:xfrm>
            <a:off x="1045028" y="2704014"/>
            <a:ext cx="9941319" cy="3438166"/>
          </a:xfrm>
        </p:spPr>
        <p:txBody>
          <a:bodyPr anchor="ctr">
            <a:normAutofit/>
          </a:bodyPr>
          <a:lstStyle/>
          <a:p>
            <a:pPr marL="457200" indent="-457200">
              <a:buFont typeface="Arial" panose="020B0604020202020204" pitchFamily="34" charset="0"/>
              <a:buAutoNum type="arabicPeriod"/>
            </a:pPr>
            <a:r>
              <a:rPr lang="en-US" altLang="ko-KR" sz="3200" dirty="0"/>
              <a:t>Orientation</a:t>
            </a:r>
          </a:p>
          <a:p>
            <a:pPr marL="457200" indent="-457200">
              <a:buFont typeface="Arial" panose="020B0604020202020204" pitchFamily="34" charset="0"/>
              <a:buAutoNum type="arabicPeriod"/>
            </a:pPr>
            <a:r>
              <a:rPr lang="en-US" altLang="ko-KR" sz="3200" dirty="0"/>
              <a:t>Chapter 1 – 5</a:t>
            </a:r>
          </a:p>
          <a:p>
            <a:pPr marL="457200" indent="-457200">
              <a:buFont typeface="Arial" panose="020B0604020202020204" pitchFamily="34" charset="0"/>
              <a:buAutoNum type="arabicPeriod"/>
            </a:pPr>
            <a:r>
              <a:rPr lang="en-US" altLang="ko-KR" sz="3200" dirty="0"/>
              <a:t>Mid term Exam</a:t>
            </a:r>
          </a:p>
          <a:p>
            <a:pPr marL="457200" indent="-457200">
              <a:buFont typeface="Arial" panose="020B0604020202020204" pitchFamily="34" charset="0"/>
              <a:buAutoNum type="arabicPeriod"/>
            </a:pPr>
            <a:r>
              <a:rPr lang="en-US" altLang="ko-KR" sz="3200" dirty="0"/>
              <a:t>Chapter 6 – 10 </a:t>
            </a:r>
          </a:p>
          <a:p>
            <a:pPr marL="457200" indent="-457200">
              <a:buFont typeface="Arial" panose="020B0604020202020204" pitchFamily="34" charset="0"/>
              <a:buAutoNum type="arabicPeriod"/>
            </a:pPr>
            <a:r>
              <a:rPr lang="en-US" altLang="ko-KR" sz="3200" dirty="0"/>
              <a:t>Final Exam</a:t>
            </a:r>
          </a:p>
        </p:txBody>
      </p:sp>
      <p:cxnSp>
        <p:nvCxnSpPr>
          <p:cNvPr id="28" name="Straight Connector 2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245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986A30-3E77-6FB0-9C26-493266FBDC7D}"/>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957E3608-462C-EFB5-1742-853B2B6108F4}"/>
              </a:ext>
            </a:extLst>
          </p:cNvPr>
          <p:cNvSpPr>
            <a:spLocks noGrp="1"/>
          </p:cNvSpPr>
          <p:nvPr>
            <p:ph type="title"/>
          </p:nvPr>
        </p:nvSpPr>
        <p:spPr>
          <a:xfrm>
            <a:off x="1043631" y="809898"/>
            <a:ext cx="9942716" cy="1554480"/>
          </a:xfrm>
        </p:spPr>
        <p:txBody>
          <a:bodyPr anchor="ctr">
            <a:normAutofit/>
          </a:bodyPr>
          <a:lstStyle/>
          <a:p>
            <a:r>
              <a:rPr lang="en-US" altLang="ko-KR" sz="4800" b="1" dirty="0"/>
              <a:t>Score</a:t>
            </a:r>
            <a:endParaRPr lang="ko-KR" altLang="en-US" sz="4800" b="1" dirty="0"/>
          </a:p>
        </p:txBody>
      </p:sp>
      <p:sp>
        <p:nvSpPr>
          <p:cNvPr id="3" name="내용 개체 틀 2">
            <a:extLst>
              <a:ext uri="{FF2B5EF4-FFF2-40B4-BE49-F238E27FC236}">
                <a16:creationId xmlns:a16="http://schemas.microsoft.com/office/drawing/2014/main" id="{725830E9-E7DF-D794-7120-8C296806BE11}"/>
              </a:ext>
            </a:extLst>
          </p:cNvPr>
          <p:cNvSpPr>
            <a:spLocks noGrp="1"/>
          </p:cNvSpPr>
          <p:nvPr>
            <p:ph idx="1"/>
          </p:nvPr>
        </p:nvSpPr>
        <p:spPr>
          <a:xfrm>
            <a:off x="1045028" y="3017522"/>
            <a:ext cx="9941319" cy="3124658"/>
          </a:xfrm>
        </p:spPr>
        <p:txBody>
          <a:bodyPr anchor="ctr">
            <a:normAutofit/>
          </a:bodyPr>
          <a:lstStyle/>
          <a:p>
            <a:pPr marL="457200" indent="-457200">
              <a:buFont typeface="Arial" panose="020B0604020202020204" pitchFamily="34" charset="0"/>
              <a:buAutoNum type="arabicPeriod"/>
            </a:pPr>
            <a:r>
              <a:rPr lang="en-US" altLang="ko-KR" sz="3200" dirty="0"/>
              <a:t>Mid term</a:t>
            </a:r>
            <a:r>
              <a:rPr lang="ko-KR" altLang="en-US" sz="3200" dirty="0"/>
              <a:t> </a:t>
            </a:r>
            <a:r>
              <a:rPr lang="en-US" altLang="ko-KR" sz="3200" dirty="0"/>
              <a:t>– 30%</a:t>
            </a:r>
          </a:p>
          <a:p>
            <a:pPr marL="457200" indent="-457200">
              <a:buFont typeface="Arial" panose="020B0604020202020204" pitchFamily="34" charset="0"/>
              <a:buAutoNum type="arabicPeriod"/>
            </a:pPr>
            <a:r>
              <a:rPr lang="en-US" altLang="ko-KR" sz="3200" dirty="0"/>
              <a:t>Final </a:t>
            </a:r>
            <a:r>
              <a:rPr lang="ko-KR" altLang="en-US" sz="3200" dirty="0"/>
              <a:t> </a:t>
            </a:r>
            <a:r>
              <a:rPr lang="en-US" altLang="ko-KR" sz="3200" dirty="0"/>
              <a:t>– 30%</a:t>
            </a:r>
          </a:p>
          <a:p>
            <a:pPr marL="457200" indent="-457200">
              <a:buFont typeface="Arial" panose="020B0604020202020204" pitchFamily="34" charset="0"/>
              <a:buAutoNum type="arabicPeriod"/>
            </a:pPr>
            <a:r>
              <a:rPr lang="en-US" altLang="ko-KR" sz="3200" dirty="0"/>
              <a:t>Attendance</a:t>
            </a:r>
            <a:r>
              <a:rPr lang="ko-KR" altLang="en-US" sz="3200" dirty="0"/>
              <a:t> </a:t>
            </a:r>
            <a:r>
              <a:rPr lang="en-US" altLang="ko-KR" sz="3200" dirty="0"/>
              <a:t>– 20%</a:t>
            </a:r>
          </a:p>
          <a:p>
            <a:pPr marL="457200" indent="-457200">
              <a:buFont typeface="Arial" panose="020B0604020202020204" pitchFamily="34" charset="0"/>
              <a:buAutoNum type="arabicPeriod"/>
            </a:pPr>
            <a:r>
              <a:rPr lang="en-US" altLang="ko-KR" sz="3200" dirty="0"/>
              <a:t>Homework</a:t>
            </a:r>
            <a:r>
              <a:rPr lang="ko-KR" altLang="en-US" sz="3200" dirty="0"/>
              <a:t> </a:t>
            </a:r>
            <a:r>
              <a:rPr lang="en-US" altLang="ko-KR" sz="3200" dirty="0"/>
              <a:t>– 20%</a:t>
            </a:r>
          </a:p>
          <a:p>
            <a:pPr marL="457200" indent="-457200">
              <a:buAutoNum type="arabicPeriod"/>
            </a:pPr>
            <a:endParaRPr lang="en-US" altLang="ko-KR" sz="2400" dirty="0"/>
          </a:p>
        </p:txBody>
      </p:sp>
      <p:cxnSp>
        <p:nvCxnSpPr>
          <p:cNvPr id="28" name="Straight Connector 2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2403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FB150C-5255-A93A-A004-267824330634}"/>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8A643D6-75E4-DDF9-8092-583F7E250B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E9732431-91C6-B2D9-DC01-65C672C25D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C197712A-6749-F9AC-AD81-7CD6B39E4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0A566F-E2AB-3C56-1052-5A89D18EB6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22EF54E-D1F2-DEF1-0423-DA871B085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157037A2-09FA-08A8-D66B-9550A8D379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85E6C1F8-12FA-FBA6-613C-61E51B05443B}"/>
              </a:ext>
            </a:extLst>
          </p:cNvPr>
          <p:cNvSpPr>
            <a:spLocks noGrp="1"/>
          </p:cNvSpPr>
          <p:nvPr>
            <p:ph type="title"/>
          </p:nvPr>
        </p:nvSpPr>
        <p:spPr>
          <a:xfrm>
            <a:off x="1043631" y="809898"/>
            <a:ext cx="9942716" cy="1554480"/>
          </a:xfrm>
        </p:spPr>
        <p:txBody>
          <a:bodyPr anchor="ctr">
            <a:normAutofit/>
          </a:bodyPr>
          <a:lstStyle/>
          <a:p>
            <a:r>
              <a:rPr lang="en-US" altLang="ko-KR" sz="4800" b="1" dirty="0"/>
              <a:t>Basic Information of the Acts of the Apostles</a:t>
            </a:r>
            <a:r>
              <a:rPr lang="ko-KR" altLang="en-US" sz="4800" b="1" dirty="0"/>
              <a:t> </a:t>
            </a:r>
          </a:p>
        </p:txBody>
      </p:sp>
      <p:sp>
        <p:nvSpPr>
          <p:cNvPr id="3" name="내용 개체 틀 2">
            <a:extLst>
              <a:ext uri="{FF2B5EF4-FFF2-40B4-BE49-F238E27FC236}">
                <a16:creationId xmlns:a16="http://schemas.microsoft.com/office/drawing/2014/main" id="{350E2E46-3247-8FCA-4ED7-C1E21E5204F4}"/>
              </a:ext>
            </a:extLst>
          </p:cNvPr>
          <p:cNvSpPr>
            <a:spLocks noGrp="1"/>
          </p:cNvSpPr>
          <p:nvPr>
            <p:ph idx="1"/>
          </p:nvPr>
        </p:nvSpPr>
        <p:spPr>
          <a:xfrm>
            <a:off x="1045028" y="3017522"/>
            <a:ext cx="9941319" cy="3095739"/>
          </a:xfrm>
        </p:spPr>
        <p:txBody>
          <a:bodyPr anchor="ctr">
            <a:noAutofit/>
          </a:bodyPr>
          <a:lstStyle/>
          <a:p>
            <a:pPr marL="457200" indent="-457200">
              <a:buFont typeface="Arial" panose="020B0604020202020204" pitchFamily="34" charset="0"/>
              <a:buAutoNum type="arabicPeriod"/>
            </a:pPr>
            <a:r>
              <a:rPr lang="en-US" altLang="ko-KR" sz="3200" dirty="0"/>
              <a:t>Author			: Luke</a:t>
            </a:r>
          </a:p>
          <a:p>
            <a:pPr marL="457200" indent="-457200">
              <a:buFont typeface="Arial" panose="020B0604020202020204" pitchFamily="34" charset="0"/>
              <a:buAutoNum type="arabicPeriod"/>
            </a:pPr>
            <a:r>
              <a:rPr lang="en-US" altLang="ko-KR" sz="3200" dirty="0"/>
              <a:t>Recipient		: Theophilus</a:t>
            </a:r>
          </a:p>
          <a:p>
            <a:pPr marL="457200" indent="-457200">
              <a:buFont typeface="Arial" panose="020B0604020202020204" pitchFamily="34" charset="0"/>
              <a:buAutoNum type="arabicPeriod"/>
            </a:pPr>
            <a:r>
              <a:rPr lang="en-US" altLang="ko-KR" sz="3200" dirty="0"/>
              <a:t>Period Covered	: Approximately 30 years</a:t>
            </a:r>
          </a:p>
          <a:p>
            <a:pPr marL="457200" indent="-457200">
              <a:buFont typeface="Arial" panose="020B0604020202020204" pitchFamily="34" charset="0"/>
              <a:buAutoNum type="arabicPeriod"/>
            </a:pPr>
            <a:r>
              <a:rPr lang="en-US" altLang="ko-KR" sz="3200" dirty="0"/>
              <a:t>Key Verse		: Acts 1:8</a:t>
            </a:r>
          </a:p>
          <a:p>
            <a:pPr marL="457200" indent="-457200">
              <a:buFont typeface="Arial" panose="020B0604020202020204" pitchFamily="34" charset="0"/>
              <a:buAutoNum type="arabicPeriod"/>
            </a:pPr>
            <a:r>
              <a:rPr lang="en-US" altLang="ko-KR" sz="3200" dirty="0"/>
              <a:t>Theme			: Expansion of the Gospel through the Holy Spirit</a:t>
            </a:r>
          </a:p>
        </p:txBody>
      </p:sp>
      <p:cxnSp>
        <p:nvCxnSpPr>
          <p:cNvPr id="28" name="Straight Connector 27">
            <a:extLst>
              <a:ext uri="{FF2B5EF4-FFF2-40B4-BE49-F238E27FC236}">
                <a16:creationId xmlns:a16="http://schemas.microsoft.com/office/drawing/2014/main" id="{B9291BF4-C3B0-111E-8635-BC524B0E5E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847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8ACC99-C5C6-B007-B7BE-9AA3A131C383}"/>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8BBA06A-D490-FDD4-3DEC-8AFF31DC8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D7757424-5772-4D29-81AA-A60A436479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23C73451-701E-2F54-8D6E-169D3958A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E046F42-A1AF-2B3B-D13F-8AF883F31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422D9F1-8C68-DAE2-614A-680941775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7CAE3F45-A002-86A7-6EF4-98FD502079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905726F7-B6B9-BAB3-9D92-55C7DFE4713C}"/>
              </a:ext>
            </a:extLst>
          </p:cNvPr>
          <p:cNvSpPr>
            <a:spLocks noGrp="1"/>
          </p:cNvSpPr>
          <p:nvPr>
            <p:ph type="title"/>
          </p:nvPr>
        </p:nvSpPr>
        <p:spPr>
          <a:xfrm>
            <a:off x="1043631" y="809898"/>
            <a:ext cx="9942716" cy="1554480"/>
          </a:xfrm>
        </p:spPr>
        <p:txBody>
          <a:bodyPr anchor="ctr">
            <a:normAutofit/>
          </a:bodyPr>
          <a:lstStyle/>
          <a:p>
            <a:r>
              <a:rPr lang="en-US" altLang="ko-KR" sz="4800" b="1" dirty="0"/>
              <a:t>Historical Background of Writing</a:t>
            </a:r>
            <a:endParaRPr lang="ko-KR" altLang="en-US" sz="4800" b="1" dirty="0"/>
          </a:p>
        </p:txBody>
      </p:sp>
      <p:sp>
        <p:nvSpPr>
          <p:cNvPr id="3" name="내용 개체 틀 2">
            <a:extLst>
              <a:ext uri="{FF2B5EF4-FFF2-40B4-BE49-F238E27FC236}">
                <a16:creationId xmlns:a16="http://schemas.microsoft.com/office/drawing/2014/main" id="{35DE82C2-013A-03FC-F839-E35210737D2F}"/>
              </a:ext>
            </a:extLst>
          </p:cNvPr>
          <p:cNvSpPr>
            <a:spLocks noGrp="1"/>
          </p:cNvSpPr>
          <p:nvPr>
            <p:ph idx="1"/>
          </p:nvPr>
        </p:nvSpPr>
        <p:spPr>
          <a:xfrm>
            <a:off x="1045028" y="2900152"/>
            <a:ext cx="9941319" cy="2811436"/>
          </a:xfrm>
        </p:spPr>
        <p:txBody>
          <a:bodyPr anchor="ctr">
            <a:normAutofit/>
          </a:bodyPr>
          <a:lstStyle/>
          <a:p>
            <a:pPr marL="457200" indent="-457200">
              <a:buFont typeface="Arial" panose="020B0604020202020204" pitchFamily="34" charset="0"/>
              <a:buAutoNum type="arabicPeriod"/>
            </a:pPr>
            <a:r>
              <a:rPr lang="en-US" altLang="ko-KR" sz="3200" dirty="0"/>
              <a:t>Sequel to the Gospel of Luke</a:t>
            </a:r>
          </a:p>
          <a:p>
            <a:pPr marL="457200" indent="-457200">
              <a:buFont typeface="Arial" panose="020B0604020202020204" pitchFamily="34" charset="0"/>
              <a:buAutoNum type="arabicPeriod"/>
            </a:pPr>
            <a:r>
              <a:rPr lang="en-US" altLang="ko-KR" sz="3200" dirty="0"/>
              <a:t>Work of the Holy Spirit and the Birth of the Early Church</a:t>
            </a:r>
          </a:p>
          <a:p>
            <a:pPr marL="457200" indent="-457200">
              <a:buFont typeface="Arial" panose="020B0604020202020204" pitchFamily="34" charset="0"/>
              <a:buAutoNum type="arabicPeriod"/>
            </a:pPr>
            <a:r>
              <a:rPr lang="en-US" altLang="ko-KR" sz="3200" dirty="0"/>
              <a:t>Expansion of the Gospel from Jews to Gentiles</a:t>
            </a:r>
          </a:p>
        </p:txBody>
      </p:sp>
      <p:cxnSp>
        <p:nvCxnSpPr>
          <p:cNvPr id="28" name="Straight Connector 27">
            <a:extLst>
              <a:ext uri="{FF2B5EF4-FFF2-40B4-BE49-F238E27FC236}">
                <a16:creationId xmlns:a16="http://schemas.microsoft.com/office/drawing/2014/main" id="{CF2102EB-6C56-A524-1086-52A6BFAD19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920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FED3E1-1660-631A-DCC8-05A72693B275}"/>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B73F796-215E-55B1-4165-44E75F8D5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6C77358A-B72C-5F89-5EB5-5E14791362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B794725F-0054-1067-05A8-12874E49B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EB2D8D6-2F72-D6C6-8E0C-05A6E8F5F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03A2C26-7903-E703-AEB2-C0D193983F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E6DAB599-9C79-942C-EAF7-B8118A2016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B1C874BC-AC47-2D9F-D6C4-769F89E4C01B}"/>
              </a:ext>
            </a:extLst>
          </p:cNvPr>
          <p:cNvSpPr>
            <a:spLocks noGrp="1"/>
          </p:cNvSpPr>
          <p:nvPr>
            <p:ph type="title"/>
          </p:nvPr>
        </p:nvSpPr>
        <p:spPr>
          <a:xfrm>
            <a:off x="1043631" y="809898"/>
            <a:ext cx="9942716" cy="1554480"/>
          </a:xfrm>
        </p:spPr>
        <p:txBody>
          <a:bodyPr anchor="ctr">
            <a:normAutofit/>
          </a:bodyPr>
          <a:lstStyle/>
          <a:p>
            <a:r>
              <a:rPr lang="en-US" altLang="ko-KR" sz="4800" b="1" dirty="0"/>
              <a:t>Main Theme</a:t>
            </a:r>
            <a:endParaRPr lang="ko-KR" altLang="en-US" sz="4800" b="1" dirty="0"/>
          </a:p>
        </p:txBody>
      </p:sp>
      <p:sp>
        <p:nvSpPr>
          <p:cNvPr id="3" name="내용 개체 틀 2">
            <a:extLst>
              <a:ext uri="{FF2B5EF4-FFF2-40B4-BE49-F238E27FC236}">
                <a16:creationId xmlns:a16="http://schemas.microsoft.com/office/drawing/2014/main" id="{2CE2B3E2-E97E-0069-7524-B977E85CAD30}"/>
              </a:ext>
            </a:extLst>
          </p:cNvPr>
          <p:cNvSpPr>
            <a:spLocks noGrp="1"/>
          </p:cNvSpPr>
          <p:nvPr>
            <p:ph idx="1"/>
          </p:nvPr>
        </p:nvSpPr>
        <p:spPr>
          <a:xfrm>
            <a:off x="1045028" y="3017521"/>
            <a:ext cx="9941319" cy="3095739"/>
          </a:xfrm>
        </p:spPr>
        <p:txBody>
          <a:bodyPr anchor="ctr">
            <a:noAutofit/>
          </a:bodyPr>
          <a:lstStyle/>
          <a:p>
            <a:pPr marL="457200" indent="-457200">
              <a:buFont typeface="Arial" panose="020B0604020202020204" pitchFamily="34" charset="0"/>
              <a:buAutoNum type="arabicPeriod"/>
            </a:pPr>
            <a:r>
              <a:rPr lang="en-US" altLang="ko-KR" sz="3200" dirty="0"/>
              <a:t>The Work of the Holy Spirit</a:t>
            </a:r>
          </a:p>
          <a:p>
            <a:pPr marL="457200" indent="-457200">
              <a:buFont typeface="Arial" panose="020B0604020202020204" pitchFamily="34" charset="0"/>
              <a:buAutoNum type="arabicPeriod"/>
            </a:pPr>
            <a:r>
              <a:rPr lang="en-US" altLang="ko-KR" sz="3200" dirty="0"/>
              <a:t>Birth of the Church</a:t>
            </a:r>
          </a:p>
          <a:p>
            <a:pPr marL="457200" indent="-457200">
              <a:buFont typeface="Arial" panose="020B0604020202020204" pitchFamily="34" charset="0"/>
              <a:buAutoNum type="arabicPeriod"/>
            </a:pPr>
            <a:r>
              <a:rPr lang="en-US" altLang="ko-KR" sz="3200" dirty="0"/>
              <a:t>Expansion of the Gospel</a:t>
            </a:r>
          </a:p>
          <a:p>
            <a:pPr marL="457200" indent="-457200">
              <a:buFont typeface="Arial" panose="020B0604020202020204" pitchFamily="34" charset="0"/>
              <a:buAutoNum type="arabicPeriod"/>
            </a:pPr>
            <a:r>
              <a:rPr lang="en-US" altLang="ko-KR" sz="3200" dirty="0"/>
              <a:t>Witness of the Apostles</a:t>
            </a:r>
          </a:p>
          <a:p>
            <a:pPr marL="457200" indent="-457200">
              <a:buFont typeface="Arial" panose="020B0604020202020204" pitchFamily="34" charset="0"/>
              <a:buAutoNum type="arabicPeriod"/>
            </a:pPr>
            <a:r>
              <a:rPr lang="en-US" altLang="ko-KR" sz="3200" dirty="0"/>
              <a:t>Mission to the Gentiles</a:t>
            </a:r>
          </a:p>
          <a:p>
            <a:pPr marL="457200" indent="-457200">
              <a:buFont typeface="Arial" panose="020B0604020202020204" pitchFamily="34" charset="0"/>
              <a:buAutoNum type="arabicPeriod"/>
            </a:pPr>
            <a:r>
              <a:rPr lang="en-US" altLang="ko-KR" sz="3200" dirty="0"/>
              <a:t>Missio Dei</a:t>
            </a:r>
          </a:p>
        </p:txBody>
      </p:sp>
      <p:cxnSp>
        <p:nvCxnSpPr>
          <p:cNvPr id="28" name="Straight Connector 27">
            <a:extLst>
              <a:ext uri="{FF2B5EF4-FFF2-40B4-BE49-F238E27FC236}">
                <a16:creationId xmlns:a16="http://schemas.microsoft.com/office/drawing/2014/main" id="{B141F24E-CF8D-AFB4-3A1A-81159F5B1C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2821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668E10-D20B-4F72-8D2A-7E39EE119A54}"/>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0B47FC4-3F7E-9A0D-5D43-0370A6F4A5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3EAEA8D-879A-EC2C-B901-C34878317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1A05FDD0-E385-C7BB-3D5A-74F2BCFA7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A0396A9-31BC-9C33-CC68-B2A833D26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577A48A-7B59-5893-9E9D-8129F631F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A79AEC75-2748-9B7D-2C6D-4E189D51B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285F933E-0177-7853-2557-2FB18E044743}"/>
              </a:ext>
            </a:extLst>
          </p:cNvPr>
          <p:cNvSpPr>
            <a:spLocks noGrp="1"/>
          </p:cNvSpPr>
          <p:nvPr>
            <p:ph type="title"/>
          </p:nvPr>
        </p:nvSpPr>
        <p:spPr>
          <a:xfrm>
            <a:off x="1043631" y="809898"/>
            <a:ext cx="9942716" cy="1554480"/>
          </a:xfrm>
        </p:spPr>
        <p:txBody>
          <a:bodyPr anchor="ctr">
            <a:normAutofit/>
          </a:bodyPr>
          <a:lstStyle/>
          <a:p>
            <a:r>
              <a:rPr lang="en-US" altLang="ko-KR" sz="4800" b="1" dirty="0"/>
              <a:t>Outline of Acts</a:t>
            </a:r>
            <a:endParaRPr lang="ko-KR" altLang="en-US" sz="4800" b="1" dirty="0"/>
          </a:p>
        </p:txBody>
      </p:sp>
      <p:sp>
        <p:nvSpPr>
          <p:cNvPr id="3" name="내용 개체 틀 2">
            <a:extLst>
              <a:ext uri="{FF2B5EF4-FFF2-40B4-BE49-F238E27FC236}">
                <a16:creationId xmlns:a16="http://schemas.microsoft.com/office/drawing/2014/main" id="{7F5F52C6-59C1-1CD5-6A3B-B06A08E019CF}"/>
              </a:ext>
            </a:extLst>
          </p:cNvPr>
          <p:cNvSpPr>
            <a:spLocks noGrp="1"/>
          </p:cNvSpPr>
          <p:nvPr>
            <p:ph idx="1"/>
          </p:nvPr>
        </p:nvSpPr>
        <p:spPr>
          <a:xfrm>
            <a:off x="1045028" y="3017522"/>
            <a:ext cx="9941319" cy="2006866"/>
          </a:xfrm>
        </p:spPr>
        <p:txBody>
          <a:bodyPr anchor="ctr">
            <a:normAutofit/>
          </a:bodyPr>
          <a:lstStyle/>
          <a:p>
            <a:pPr marL="457200" indent="-457200">
              <a:buFont typeface="Arial" panose="020B0604020202020204" pitchFamily="34" charset="0"/>
              <a:buAutoNum type="arabicPeriod"/>
            </a:pPr>
            <a:r>
              <a:rPr lang="en-US" altLang="ko-KR" sz="3200" dirty="0"/>
              <a:t>Chapters 1–7: Jerusalem</a:t>
            </a:r>
          </a:p>
          <a:p>
            <a:pPr marL="457200" indent="-457200">
              <a:buFont typeface="Arial" panose="020B0604020202020204" pitchFamily="34" charset="0"/>
              <a:buAutoNum type="arabicPeriod"/>
            </a:pPr>
            <a:r>
              <a:rPr lang="en-US" altLang="ko-KR" sz="3200" dirty="0"/>
              <a:t>Chapters 8–12: Judea and Samaria</a:t>
            </a:r>
          </a:p>
          <a:p>
            <a:pPr marL="457200" indent="-457200">
              <a:buFont typeface="Arial" panose="020B0604020202020204" pitchFamily="34" charset="0"/>
              <a:buAutoNum type="arabicPeriod"/>
            </a:pPr>
            <a:r>
              <a:rPr lang="en-US" altLang="ko-KR" sz="3200" dirty="0"/>
              <a:t>Chapters 13–28: The Ends of the Earth (Rome)</a:t>
            </a:r>
          </a:p>
        </p:txBody>
      </p:sp>
      <p:cxnSp>
        <p:nvCxnSpPr>
          <p:cNvPr id="28" name="Straight Connector 27">
            <a:extLst>
              <a:ext uri="{FF2B5EF4-FFF2-40B4-BE49-F238E27FC236}">
                <a16:creationId xmlns:a16="http://schemas.microsoft.com/office/drawing/2014/main" id="{A86714C7-37D5-48E7-B1CB-A36E8C6C1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268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2151A9-0385-CBDD-0CF7-C8995A13F91E}"/>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9E95E01E-E6F1-892B-760C-0B57E11A6C55}"/>
              </a:ext>
            </a:extLst>
          </p:cNvPr>
          <p:cNvSpPr>
            <a:spLocks noGrp="1"/>
          </p:cNvSpPr>
          <p:nvPr>
            <p:ph type="title"/>
          </p:nvPr>
        </p:nvSpPr>
        <p:spPr>
          <a:xfrm>
            <a:off x="1043631" y="809898"/>
            <a:ext cx="9942716" cy="1554480"/>
          </a:xfrm>
        </p:spPr>
        <p:txBody>
          <a:bodyPr anchor="ctr">
            <a:normAutofit/>
          </a:bodyPr>
          <a:lstStyle/>
          <a:p>
            <a:r>
              <a:rPr lang="en-US" altLang="ko-KR" sz="4800" b="1" dirty="0"/>
              <a:t>Homework</a:t>
            </a:r>
            <a:r>
              <a:rPr lang="ko-KR" altLang="en-US" sz="4800" dirty="0"/>
              <a:t> </a:t>
            </a:r>
          </a:p>
        </p:txBody>
      </p:sp>
      <p:sp>
        <p:nvSpPr>
          <p:cNvPr id="3" name="내용 개체 틀 2">
            <a:extLst>
              <a:ext uri="{FF2B5EF4-FFF2-40B4-BE49-F238E27FC236}">
                <a16:creationId xmlns:a16="http://schemas.microsoft.com/office/drawing/2014/main" id="{ECB36EE8-199E-B115-22AC-A95C9C7F3613}"/>
              </a:ext>
            </a:extLst>
          </p:cNvPr>
          <p:cNvSpPr>
            <a:spLocks noGrp="1"/>
          </p:cNvSpPr>
          <p:nvPr>
            <p:ph idx="1"/>
          </p:nvPr>
        </p:nvSpPr>
        <p:spPr>
          <a:xfrm>
            <a:off x="1045028" y="3017522"/>
            <a:ext cx="9941319" cy="2254193"/>
          </a:xfrm>
        </p:spPr>
        <p:txBody>
          <a:bodyPr anchor="ctr">
            <a:normAutofit/>
          </a:bodyPr>
          <a:lstStyle/>
          <a:p>
            <a:pPr marL="457200" indent="-457200">
              <a:buFont typeface="Arial" panose="020B0604020202020204" pitchFamily="34" charset="0"/>
              <a:buAutoNum type="arabicPeriod"/>
            </a:pPr>
            <a:r>
              <a:rPr lang="en-US" altLang="ko-KR" sz="3200" dirty="0"/>
              <a:t>listen to </a:t>
            </a:r>
            <a:r>
              <a:rPr lang="en-US" altLang="ko-KR" sz="3200" dirty="0" err="1"/>
              <a:t>Youtube</a:t>
            </a:r>
            <a:r>
              <a:rPr lang="en-US" altLang="ko-KR" sz="3200" dirty="0"/>
              <a:t> of Acts 1</a:t>
            </a:r>
          </a:p>
          <a:p>
            <a:pPr marL="457200" indent="-457200">
              <a:buFont typeface="Arial" panose="020B0604020202020204" pitchFamily="34" charset="0"/>
              <a:buAutoNum type="arabicPeriod"/>
            </a:pPr>
            <a:r>
              <a:rPr lang="en-US" altLang="ko-KR" sz="3200" dirty="0"/>
              <a:t>Summary and Refection paper</a:t>
            </a:r>
          </a:p>
          <a:p>
            <a:pPr marL="457200" indent="-457200">
              <a:buFont typeface="Arial" panose="020B0604020202020204" pitchFamily="34" charset="0"/>
              <a:buAutoNum type="arabicPeriod"/>
            </a:pPr>
            <a:r>
              <a:rPr lang="en-US" altLang="ko-KR" sz="3200" dirty="0"/>
              <a:t>10 Korean Christian Vocabulary </a:t>
            </a:r>
          </a:p>
        </p:txBody>
      </p:sp>
      <p:cxnSp>
        <p:nvCxnSpPr>
          <p:cNvPr id="28" name="Straight Connector 2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7215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A53C34-AB5B-B63A-8CDE-0A7AB90CE929}"/>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1167385-8CE5-1755-2001-3FD74029C4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C11F91E1-C3CA-6560-AF14-30EBDB7CAC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C38FF00-D679-E107-14C9-6456EB9561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11B64D-F1D3-8183-0E94-4F8D3437E9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712CB36-B27C-4A2B-78B4-D09AFD7B5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2B833BC1-72FD-3ABC-98BA-C571011D0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C3CDFDDD-C81F-F298-AF7E-317BED5FD33D}"/>
              </a:ext>
            </a:extLst>
          </p:cNvPr>
          <p:cNvSpPr>
            <a:spLocks noGrp="1"/>
          </p:cNvSpPr>
          <p:nvPr>
            <p:ph type="title"/>
          </p:nvPr>
        </p:nvSpPr>
        <p:spPr>
          <a:xfrm>
            <a:off x="1043631" y="809898"/>
            <a:ext cx="9942716" cy="1554480"/>
          </a:xfrm>
        </p:spPr>
        <p:txBody>
          <a:bodyPr anchor="ctr">
            <a:normAutofit/>
          </a:bodyPr>
          <a:lstStyle/>
          <a:p>
            <a:r>
              <a:rPr lang="en-US" altLang="ko-KR" sz="4800" b="1" dirty="0"/>
              <a:t>10 Korean Christian Vocabulary </a:t>
            </a:r>
            <a:r>
              <a:rPr lang="ko-KR" altLang="en-US" sz="4800" b="1" dirty="0"/>
              <a:t> </a:t>
            </a:r>
          </a:p>
        </p:txBody>
      </p:sp>
      <p:sp>
        <p:nvSpPr>
          <p:cNvPr id="3" name="내용 개체 틀 2">
            <a:extLst>
              <a:ext uri="{FF2B5EF4-FFF2-40B4-BE49-F238E27FC236}">
                <a16:creationId xmlns:a16="http://schemas.microsoft.com/office/drawing/2014/main" id="{876182DD-71B8-923F-995F-815260EEC8F4}"/>
              </a:ext>
            </a:extLst>
          </p:cNvPr>
          <p:cNvSpPr>
            <a:spLocks noGrp="1"/>
          </p:cNvSpPr>
          <p:nvPr>
            <p:ph idx="1"/>
          </p:nvPr>
        </p:nvSpPr>
        <p:spPr>
          <a:xfrm>
            <a:off x="6162938" y="3044818"/>
            <a:ext cx="4127473" cy="2509821"/>
          </a:xfrm>
        </p:spPr>
        <p:txBody>
          <a:bodyPr anchor="ctr">
            <a:noAutofit/>
          </a:bodyPr>
          <a:lstStyle/>
          <a:p>
            <a:pPr marL="0" indent="0">
              <a:buNone/>
            </a:pPr>
            <a:r>
              <a:rPr lang="en-US" altLang="ko-KR" sz="3200" dirty="0"/>
              <a:t>6. Pastor</a:t>
            </a:r>
          </a:p>
          <a:p>
            <a:pPr marL="0" indent="0">
              <a:buNone/>
            </a:pPr>
            <a:r>
              <a:rPr lang="en-US" altLang="ko-KR" sz="3200" dirty="0"/>
              <a:t>7. Prayer</a:t>
            </a:r>
          </a:p>
          <a:p>
            <a:pPr marL="0" indent="0">
              <a:buNone/>
            </a:pPr>
            <a:r>
              <a:rPr lang="en-US" altLang="ko-KR" sz="3200" dirty="0"/>
              <a:t>8. Fellowship</a:t>
            </a:r>
          </a:p>
          <a:p>
            <a:pPr marL="0" indent="0">
              <a:buNone/>
            </a:pPr>
            <a:r>
              <a:rPr lang="en-US" altLang="ko-KR" sz="3200" dirty="0"/>
              <a:t>9. Sin</a:t>
            </a:r>
          </a:p>
          <a:p>
            <a:pPr marL="0" indent="0">
              <a:buNone/>
            </a:pPr>
            <a:r>
              <a:rPr lang="en-US" altLang="ko-KR" sz="3200" dirty="0"/>
              <a:t>10. Salvation</a:t>
            </a:r>
          </a:p>
        </p:txBody>
      </p:sp>
      <p:cxnSp>
        <p:nvCxnSpPr>
          <p:cNvPr id="28" name="Straight Connector 27">
            <a:extLst>
              <a:ext uri="{FF2B5EF4-FFF2-40B4-BE49-F238E27FC236}">
                <a16:creationId xmlns:a16="http://schemas.microsoft.com/office/drawing/2014/main" id="{499B9620-E6E5-30CD-1D2E-AF9C01E68F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내용 개체 틀 2">
            <a:extLst>
              <a:ext uri="{FF2B5EF4-FFF2-40B4-BE49-F238E27FC236}">
                <a16:creationId xmlns:a16="http://schemas.microsoft.com/office/drawing/2014/main" id="{BD4E1449-6B94-5173-CFEF-CDF27F193B95}"/>
              </a:ext>
            </a:extLst>
          </p:cNvPr>
          <p:cNvSpPr txBox="1">
            <a:spLocks/>
          </p:cNvSpPr>
          <p:nvPr/>
        </p:nvSpPr>
        <p:spPr>
          <a:xfrm>
            <a:off x="1197428" y="3169922"/>
            <a:ext cx="4127473" cy="2509821"/>
          </a:xfrm>
          <a:prstGeom prst="rect">
            <a:avLst/>
          </a:prstGeom>
        </p:spPr>
        <p:txBody>
          <a:bodyPr vert="horz" lIns="91440" tIns="45720" rIns="91440" bIns="45720" rtlCol="0" anchor="ctr">
            <a:no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AutoNum type="arabicPeriod"/>
            </a:pPr>
            <a:r>
              <a:rPr lang="en-US" altLang="ko-KR" sz="3200" dirty="0"/>
              <a:t>Bible</a:t>
            </a:r>
          </a:p>
          <a:p>
            <a:pPr marL="457200" indent="-457200">
              <a:buFont typeface="Arial" panose="020B0604020202020204" pitchFamily="34" charset="0"/>
              <a:buAutoNum type="arabicPeriod"/>
            </a:pPr>
            <a:r>
              <a:rPr lang="en-US" altLang="ko-KR" sz="3200" dirty="0"/>
              <a:t>God</a:t>
            </a:r>
          </a:p>
          <a:p>
            <a:pPr marL="457200" indent="-457200">
              <a:buFont typeface="Arial" panose="020B0604020202020204" pitchFamily="34" charset="0"/>
              <a:buAutoNum type="arabicPeriod"/>
            </a:pPr>
            <a:r>
              <a:rPr lang="en-US" altLang="ko-KR" sz="3200" dirty="0"/>
              <a:t>Jesus</a:t>
            </a:r>
          </a:p>
          <a:p>
            <a:pPr marL="457200" indent="-457200">
              <a:buFont typeface="Arial" panose="020B0604020202020204" pitchFamily="34" charset="0"/>
              <a:buAutoNum type="arabicPeriod"/>
            </a:pPr>
            <a:r>
              <a:rPr lang="en-US" altLang="ko-KR" sz="3200" dirty="0"/>
              <a:t>Holy Spirit</a:t>
            </a:r>
          </a:p>
          <a:p>
            <a:pPr marL="457200" indent="-457200">
              <a:buFont typeface="Arial" panose="020B0604020202020204" pitchFamily="34" charset="0"/>
              <a:buAutoNum type="arabicPeriod"/>
            </a:pPr>
            <a:r>
              <a:rPr lang="en-US" altLang="ko-KR" sz="3200" dirty="0"/>
              <a:t>Church</a:t>
            </a:r>
          </a:p>
        </p:txBody>
      </p:sp>
    </p:spTree>
    <p:extLst>
      <p:ext uri="{BB962C8B-B14F-4D97-AF65-F5344CB8AC3E}">
        <p14:creationId xmlns:p14="http://schemas.microsoft.com/office/powerpoint/2010/main" val="3636077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1" end="1"/>
                                            </p:txEl>
                                          </p:spTgt>
                                        </p:tgtEl>
                                        <p:attrNameLst>
                                          <p:attrName>style.visibility</p:attrName>
                                        </p:attrNameLst>
                                      </p:cBhvr>
                                      <p:to>
                                        <p:strVal val="visible"/>
                                      </p:to>
                                    </p:set>
                                    <p:anim calcmode="lin" valueType="num">
                                      <p:cBhvr additive="base">
                                        <p:cTn id="4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2" end="2"/>
                                            </p:txEl>
                                          </p:spTgt>
                                        </p:tgtEl>
                                        <p:attrNameLst>
                                          <p:attrName>style.visibility</p:attrName>
                                        </p:attrNameLst>
                                      </p:cBhvr>
                                      <p:to>
                                        <p:strVal val="visible"/>
                                      </p:to>
                                    </p:set>
                                    <p:anim calcmode="lin" valueType="num">
                                      <p:cBhvr additive="base">
                                        <p:cTn id="4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xEl>
                                              <p:pRg st="3" end="3"/>
                                            </p:txEl>
                                          </p:spTgt>
                                        </p:tgtEl>
                                        <p:attrNameLst>
                                          <p:attrName>style.visibility</p:attrName>
                                        </p:attrNameLst>
                                      </p:cBhvr>
                                      <p:to>
                                        <p:strVal val="visible"/>
                                      </p:to>
                                    </p:set>
                                    <p:anim calcmode="lin" valueType="num">
                                      <p:cBhvr additive="base">
                                        <p:cTn id="5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4" end="4"/>
                                            </p:txEl>
                                          </p:spTgt>
                                        </p:tgtEl>
                                        <p:attrNameLst>
                                          <p:attrName>style.visibility</p:attrName>
                                        </p:attrNameLst>
                                      </p:cBhvr>
                                      <p:to>
                                        <p:strVal val="visible"/>
                                      </p:to>
                                    </p:set>
                                    <p:anim calcmode="lin" valueType="num">
                                      <p:cBhvr additive="base">
                                        <p:cTn id="6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557</TotalTime>
  <Words>327</Words>
  <Application>Microsoft Office PowerPoint</Application>
  <PresentationFormat>와이드스크린</PresentationFormat>
  <Paragraphs>61</Paragraphs>
  <Slides>12</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12</vt:i4>
      </vt:variant>
    </vt:vector>
  </HeadingPairs>
  <TitlesOfParts>
    <vt:vector size="18" baseType="lpstr">
      <vt:lpstr>KoPub돋움체 Medium</vt:lpstr>
      <vt:lpstr>LG Smart UI Bold</vt:lpstr>
      <vt:lpstr>맑은 고딕</vt:lpstr>
      <vt:lpstr>Arial</vt:lpstr>
      <vt:lpstr>Lucida Calligraphy</vt:lpstr>
      <vt:lpstr>Office 테마</vt:lpstr>
      <vt:lpstr>Book of Acts  Orientation </vt:lpstr>
      <vt:lpstr>Course Objectives </vt:lpstr>
      <vt:lpstr>Textbook</vt:lpstr>
      <vt:lpstr>Class Flow</vt:lpstr>
      <vt:lpstr>1st Sem Outline </vt:lpstr>
      <vt:lpstr>Score</vt:lpstr>
      <vt:lpstr>Basic Information of the Acts of the Apostles </vt:lpstr>
      <vt:lpstr>Historical Background of Writing</vt:lpstr>
      <vt:lpstr>Main Theme</vt:lpstr>
      <vt:lpstr>Outline of Acts</vt:lpstr>
      <vt:lpstr>Homework </vt:lpstr>
      <vt:lpstr>10 Korean Christian Vocabulary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gichun cho</dc:creator>
  <cp:lastModifiedBy>Cho Gichun</cp:lastModifiedBy>
  <cp:revision>13</cp:revision>
  <dcterms:created xsi:type="dcterms:W3CDTF">2026-02-13T04:13:21Z</dcterms:created>
  <dcterms:modified xsi:type="dcterms:W3CDTF">2026-09-05T08:31:01Z</dcterms:modified>
</cp:coreProperties>
</file>