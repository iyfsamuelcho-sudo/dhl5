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7" r:id="rId2"/>
    <p:sldId id="277" r:id="rId3"/>
    <p:sldId id="278" r:id="rId4"/>
    <p:sldId id="279" r:id="rId5"/>
    <p:sldId id="259" r:id="rId6"/>
    <p:sldId id="272" r:id="rId7"/>
    <p:sldId id="281" r:id="rId8"/>
    <p:sldId id="282" r:id="rId9"/>
    <p:sldId id="283" r:id="rId10"/>
    <p:sldId id="284" r:id="rId11"/>
    <p:sldId id="285" r:id="rId12"/>
    <p:sldId id="286" r:id="rId13"/>
    <p:sldId id="290" r:id="rId14"/>
    <p:sldId id="288" r:id="rId15"/>
    <p:sldId id="287" r:id="rId16"/>
    <p:sldId id="289" r:id="rId17"/>
    <p:sldId id="28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72BB0-1577-0186-05E1-53EBE30D2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9A35DB-13F5-4C3D-FB5C-4C469C18D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3B994-4722-519B-95B2-A2AAA8F8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925DF-C32B-BB8F-CD62-B3B0B458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FD139-108F-27EF-8BE5-80703B67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9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77F84-5E0B-8832-1B13-6C862DA1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E330E-046B-A97B-A218-60872BFA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122-E1D3-F600-BDC0-16CFCEC8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F1FAD-5501-0E40-5012-2CCA9CD4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3494B-CC03-40E2-355A-55AEB132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2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36D38-A614-6C9D-E1D6-A27F28B0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F5A24-546D-0CDA-63BA-AAF262D7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199F1-58F3-1B27-57A7-092C4802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DF84D-9437-2658-290B-B8FA09ED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540E9-6FAB-593A-24B7-1DAEFF7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75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56CE9-377D-EB37-5C92-0D9FD1A1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DA105-2A0F-FF1A-CF50-80E213681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43B7E-0F6C-E6B9-1CDA-19E80A525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32FFE-ED7E-F127-CAB8-479AACA0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65A25F-CFC9-58E5-16CE-FAB037C1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975A11-EC49-E4B4-6A9D-FBB02CFC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60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4908E-3275-BC62-8172-E13B1AF7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2EE6A-A188-6380-FF96-5B6B495F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2BB99-C659-04F5-8843-12D883BC3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FDCEE3-FAF8-ADFA-12B7-F9A33E5E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C5E08-98F6-15E9-3A79-730DC657A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3EE3B3-20EC-9D66-798C-5F03D173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83DCB4-9EAF-D6BB-98E3-6E754C37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19962E-4BB7-B5E8-7C31-768F594A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03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9816A-C551-EB15-E26C-20074199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7DD043-61C6-2FEE-C526-1B6C12B7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A1AE08-537E-1444-1E32-0122FEC7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59875F-4607-1F31-7962-B07D6A48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C1705D-8640-03D5-9E91-3AD58DD8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E58538-B4A1-CA2D-C94E-12B34ECF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9C1ED-BEBD-2B7C-D753-88E886A5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8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B47E8-7106-40E4-78E1-3B06F554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A31D1-8564-FD5E-478F-294C146D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73794-1666-2886-C1EC-C48D4FCAA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443C3-E7D5-BC57-08AC-9F4BF29F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E6C217-5880-C03A-494D-54D95AE1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CE3DB-B823-CDAF-4020-019DA6ED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3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1656B-A897-A919-BC91-64F612E5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187650-8B2C-72A7-90F0-F6F704DCCE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7CA87A-ADDD-4301-80AB-43FD1E455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620C93-8214-B7FE-8ECA-1ACF9A92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22E61-DADA-D116-399B-F5ED5A46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033278-040F-1430-B064-4D8B504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6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F7E14-FABE-31A7-75DC-BB9192D9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661D2-C611-8918-8F47-3844D4BF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3CB24-F6EB-D028-CB21-1C7050A9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D8D5F-C2DB-711A-F750-5033C1DB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6ADC5-CA40-CEEA-7424-E0CDD524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9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AF46B3-BF8E-791D-BE26-1F3DF71C4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39EC02-695F-ADE4-6FAA-5FE28A1FC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3E4B7-551A-C961-ED9C-EBF154EF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1F454-1C53-887B-A821-93427F0E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9160-E3DE-EDE7-22B2-184C5458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76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21AC16-104E-5B6F-EDB5-5C216978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2BC11-1D6F-A620-5250-6582D587B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69A12-5A33-3D4F-9A6C-7471085F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3CF56-F87C-449F-9468-417294F3A322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09946-496D-745A-ECD2-08520D1F1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3AA39-4C6D-C0F7-2CF9-34DE8C59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3BA3E-80BA-4AC2-A5B6-0F55C565EF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8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03F012-C642-3DDF-B188-9D79EB3A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000" b="1" dirty="0">
                <a:latin typeface="Lucida Handwriting" panose="03010101010101010101" pitchFamily="66" charset="0"/>
              </a:rPr>
              <a:t>Book of Acts</a:t>
            </a: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br>
              <a:rPr lang="en-US" altLang="ko-KR" sz="5600" dirty="0"/>
            </a:br>
            <a:r>
              <a:rPr lang="en-US" altLang="ko-KR" sz="8000" b="1" dirty="0"/>
              <a:t>Chapter 2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8E22A9-2A7E-4B72-912D-CC1878756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/>
              <a:t>Prof. Samuel Cho</a:t>
            </a:r>
            <a:endParaRPr lang="ko-KR" alt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2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EAB2B-5B8B-D4E4-BB7F-E4E1CD6A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EFE5B7-F14B-443A-FCEA-146B1F83A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2614BD-FDFE-D58F-D247-2612A5A2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FF197CF-2034-E9CB-76D5-F0AA9D276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C25A435-4769-E1D6-4B03-C6E5A782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Homework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E254F-2894-9506-E4C1-AF53F77C3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60EFC-0C70-18EE-2390-86CBE737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Listen to </a:t>
            </a:r>
            <a:r>
              <a:rPr lang="en-US" altLang="ko-KR" sz="4000" dirty="0" err="1"/>
              <a:t>Youtube</a:t>
            </a:r>
            <a:r>
              <a:rPr lang="en-US" altLang="ko-KR" sz="4000" dirty="0"/>
              <a:t> of Acts </a:t>
            </a:r>
            <a:r>
              <a:rPr lang="en-US" altLang="ko-KR" sz="4000"/>
              <a:t>No.2</a:t>
            </a:r>
            <a:endParaRPr lang="en-US" altLang="ko-KR" sz="4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Summary and Refection paper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10 Korean Christian Vocabulary </a:t>
            </a: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1371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797BF-0E04-1DF6-3008-221FA0E3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4B898B-2035-79A6-2ABA-AFF0B8FE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483944-F7DE-9192-4E67-6480690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 Korean Christian Vocabulary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6C6A2-109C-D3C2-B051-3C99C67C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9046945" cy="3730460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 err="1"/>
              <a:t>세상죄</a:t>
            </a:r>
            <a:r>
              <a:rPr lang="ko-KR" altLang="en-US" sz="3600" dirty="0"/>
              <a:t> </a:t>
            </a:r>
            <a:r>
              <a:rPr lang="en-US" altLang="ko-KR" sz="3600" dirty="0"/>
              <a:t>– Sin of the world		</a:t>
            </a:r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다 이루었다 </a:t>
            </a:r>
            <a:r>
              <a:rPr lang="en-US" altLang="ko-KR" sz="3600" dirty="0"/>
              <a:t>– it is finished</a:t>
            </a:r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지옥 </a:t>
            </a:r>
            <a:r>
              <a:rPr lang="en-US" altLang="ko-KR" sz="3600" dirty="0"/>
              <a:t>- hell</a:t>
            </a:r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천국 </a:t>
            </a:r>
            <a:r>
              <a:rPr lang="en-US" altLang="ko-KR" sz="3600" dirty="0"/>
              <a:t>- heaven</a:t>
            </a:r>
          </a:p>
          <a:p>
            <a:pPr marL="514350" indent="-742950" latinLnBrk="0">
              <a:buFont typeface="+mj-lt"/>
              <a:buAutoNum type="arabicPeriod"/>
            </a:pPr>
            <a:r>
              <a:rPr lang="ko-KR" altLang="en-US" sz="3600" dirty="0"/>
              <a:t>죄사함 </a:t>
            </a:r>
            <a:r>
              <a:rPr lang="en-US" altLang="ko-KR" sz="3600" dirty="0"/>
              <a:t>– remission of sin or Forgiveness of sin</a:t>
            </a:r>
          </a:p>
        </p:txBody>
      </p:sp>
    </p:spTree>
    <p:extLst>
      <p:ext uri="{BB962C8B-B14F-4D97-AF65-F5344CB8AC3E}">
        <p14:creationId xmlns:p14="http://schemas.microsoft.com/office/powerpoint/2010/main" val="40228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122A4-96C7-97DE-503B-E9BF33796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50E786-A441-0AA8-88B4-391E15B8B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77CF9A-97AF-D4A3-F415-1727BA32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 Korean Christian Vocabulary 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04D9F16-04C7-5E83-BE1A-BD2F841F2781}"/>
              </a:ext>
            </a:extLst>
          </p:cNvPr>
          <p:cNvSpPr txBox="1">
            <a:spLocks/>
          </p:cNvSpPr>
          <p:nvPr/>
        </p:nvSpPr>
        <p:spPr>
          <a:xfrm>
            <a:off x="1443790" y="2398626"/>
            <a:ext cx="9910010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구약 </a:t>
            </a: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– old testaments</a:t>
            </a: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noProof="0" dirty="0"/>
              <a:t>신약 </a:t>
            </a:r>
            <a:r>
              <a:rPr lang="en-US" altLang="ko-KR" sz="3600" noProof="0" dirty="0"/>
              <a:t>– new testaments</a:t>
            </a: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		</a:t>
            </a:r>
            <a:endParaRPr lang="en-US" altLang="ko-KR" sz="3600" dirty="0"/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복음 </a:t>
            </a:r>
            <a:r>
              <a:rPr lang="en-US" altLang="ko-KR" sz="3600" dirty="0"/>
              <a:t>– good news or gospel</a:t>
            </a:r>
            <a:r>
              <a:rPr kumimoji="0" lang="en-US" altLang="ko-KR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		 </a:t>
            </a: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회</a:t>
            </a:r>
            <a:r>
              <a:rPr lang="ko-KR" altLang="en-US" sz="3600" noProof="0" dirty="0"/>
              <a:t>개 </a:t>
            </a:r>
            <a:r>
              <a:rPr lang="en-US" altLang="ko-KR" sz="3600" dirty="0"/>
              <a:t>- repentance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971550" marR="0" lvl="0" indent="-742950" fontAlgn="auto" latinLnBrk="0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3600" dirty="0"/>
              <a:t>전도 </a:t>
            </a:r>
            <a:r>
              <a:rPr lang="en-US" altLang="ko-KR" sz="3600" dirty="0"/>
              <a:t>– preaching or evangelizing</a:t>
            </a:r>
            <a:endParaRPr kumimoji="0" lang="en-US" altLang="ko-KR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668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4BC481-2800-EDD0-2354-F63DF8C4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b="1" dirty="0"/>
              <a:t>Peter’s Pentecost Sermon</a:t>
            </a:r>
            <a:endParaRPr lang="en-US" altLang="ko-KR" sz="8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85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4ECF5D-A2B7-14BF-1DD2-06A2329E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Peter’s Pentecost Sermon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5A814-DA7F-44EC-101E-5FA076A08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649" y="2186609"/>
            <a:ext cx="10609132" cy="399035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One passage from the Old Testament book of Joel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Two passages from the Psalms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Using these passages, Peter demonstrates logically and within the history of redemption that Jesus Christ is the Savior (Messiah).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2228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4958B-B0B4-150C-1228-8275A447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93944D-6E53-95F5-8A68-118769EF5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CAA900-E1CF-DA16-3374-C5864F42A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C2FFB3-E466-5080-2090-545617E50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2D9941-9CD2-CEA1-2956-A43D6731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3 Bible Verses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9A10CF-2D47-C4E4-3708-5A78730A2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BE0CD-64B9-1D35-0B39-B9B56DF36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86609"/>
            <a:ext cx="10599506" cy="399035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Joel 2:28–32 </a:t>
            </a:r>
            <a:r>
              <a:rPr lang="en-US" altLang="ko-KR" sz="3600" dirty="0"/>
              <a:t>(Acts 2:17–21): “In the last days   I will pour out my Spirit ... and everyone who calls on the name of the Lord will be saved.”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Psalm 16:8–11 </a:t>
            </a:r>
            <a:r>
              <a:rPr lang="en-US" altLang="ko-KR" sz="3600" dirty="0"/>
              <a:t>(Acts 2:25–28): “You will not allow your Holy One to see decay.”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Psalm 110:1 </a:t>
            </a:r>
            <a:r>
              <a:rPr lang="en-US" altLang="ko-KR" sz="3600" dirty="0"/>
              <a:t>(Acts 2:34–35): “The Lord said to my Lord, ‘Sit at my right hand until I make your enemies a footstool for your feet.’”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11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2A848-9BEF-3675-2369-D3BEFF0D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F5C337-C1CE-9E73-70C2-FE5E44E70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D9F1F7-BBC1-25DA-D005-DFEF214FD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8DDBF0F-8E23-A21C-1E8A-36C15920D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5B089F-2B0E-38FE-4CD4-6FD72F30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Joel 2:28–32 (Acts 2:17–21)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E99D1-BCBA-E506-2978-2895A732B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A5C52-1643-50A7-C9BE-A9D650201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Verse: </a:t>
            </a:r>
            <a:r>
              <a:rPr lang="en-US" altLang="ko-KR" sz="3600" dirty="0"/>
              <a:t>“In the last days I will pour out my Spirit ... and everyone who calls on the name of the Lord will be saved.”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Purpose of the Quotation: </a:t>
            </a:r>
            <a:r>
              <a:rPr lang="en-US" altLang="ko-KR" sz="3600" dirty="0"/>
              <a:t>At Pentecost, the believers spoke in different languages (tongues). Some people mocked them and said, “They are drunk.” Peter explains that this was not a strange event, but the fulfillment of the promised outpouring of the Holy Spirit spoken through the prophet Joel.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9486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B8747-F9CB-605F-92A4-60CFE949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CEB8A7-9C9C-902B-03B8-5238A6373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892D79-ABAE-1146-2DC2-3880E2DB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B3476F-99BE-03FE-6813-9B9791981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112220-E0C4-D00C-B465-1B96B305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Psalm 16:8–11 (Acts 2:25–28)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58FA7E-26E5-9CE5-1D52-2C2172E0C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31E95-A05D-4E87-6B50-60F7DCD81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Verse: </a:t>
            </a:r>
            <a:r>
              <a:rPr lang="en-US" altLang="ko-KR" sz="3600" dirty="0"/>
              <a:t>“You will not allow your Holy One to see decay.”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Purpose of the Quotation: </a:t>
            </a:r>
            <a:r>
              <a:rPr lang="en-US" altLang="ko-KR" sz="3600" dirty="0"/>
              <a:t>Through this psalm written by David, Peter gives a biblical demonstration of the resurrection of Jesus Christ.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778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40261-B12F-79AD-A26F-2BEA9B28E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4A6B2E-8174-8A9A-6D0A-18F65345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16A46F-7AA1-D29F-65D9-819A0DBFA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C90272-5127-117D-C57D-34D6C112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69A61C-0B4D-D0A7-6CE5-39D8DD0E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Psalm 110:1 (Acts 2:34–35)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A77916-94DE-E144-814F-63DC7278E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B43300-8DE9-0359-2C79-9DACDCB01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Verse: </a:t>
            </a:r>
            <a:r>
              <a:rPr lang="en-US" altLang="ko-KR" sz="3600" dirty="0"/>
              <a:t>“The Lord said to my Lord, ‘Sit at my right hand until I make your enemies a footstool for your feet.’”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b="1" dirty="0"/>
              <a:t>Purpose of the Quotation: </a:t>
            </a:r>
            <a:r>
              <a:rPr lang="en-US" altLang="ko-KR" sz="3600" dirty="0"/>
              <a:t>Peter shows that the risen Jesus ascended to heaven, is seated at the right hand of God, and reigns as the universal Lord and King.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879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9C9B0-4F26-870F-13E8-21E616275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459AF-71C3-70C6-9197-A54880C3E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1A914D-3BC0-10F3-2836-80B9D0AB2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8CE835-31AB-DEF7-1D6D-FC60786C2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11D589-E61D-2572-7A14-EDE9785C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Salvation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867CB9-5967-F310-2750-96D13555B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3EED7-12F3-574C-42BA-62930691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“When they heard this, they were cut to the heart and said to Peter and the other apostles, ‘Brothers, what shall we do?’”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Peter replied, “Repent and be baptized, every one of you, in the name of Jesus Christ for the </a:t>
            </a:r>
            <a:r>
              <a:rPr lang="en-US" altLang="ko-KR" sz="3600" b="1" dirty="0"/>
              <a:t>forgiveness of your sins</a:t>
            </a:r>
            <a:r>
              <a:rPr lang="en-US" altLang="ko-KR" sz="3600" dirty="0"/>
              <a:t>. Then you will receive the gift of the Holy Spirit.” (Acts 2:38)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4814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80766-B5E5-8CDA-EB4A-93AD1DC1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75469C-F384-DBAA-5BE9-C9064958E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06925-B518-D1B1-771C-068027EF6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2A2B6D-4272-E527-B8F0-AE587142C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8D8290-7A9E-2765-2614-90352DB0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Salvation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E31720-FD34-34D7-25D4-7E0497EB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533E4-F25A-C921-02CE-C725BE13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“The promise is for you and your children and for all who are far off—for all whom the Lord our God will call.”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With many other words he testified and urged them, saying, “Be saved from this corrupt generation.”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70282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840B7-697D-E8CD-8F70-62C53730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F30D62-574E-328C-90C6-E61B19F1F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397C42-7D4A-09CA-D53F-870D89AD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A3F6CC6-C6E5-A496-F72D-211E7A7D2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1EA3D6-CA71-4815-E577-99A90CBD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Salvation (John 1:11-13)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B69CBD-34B9-E148-A1A6-B98830F5E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980571-E87F-6F3B-1310-C48414DB9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He came to His own, and His own did not receive Him. 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But as many as </a:t>
            </a:r>
            <a:r>
              <a:rPr lang="en-US" altLang="ko-KR" sz="3600" b="1" dirty="0"/>
              <a:t>received Him</a:t>
            </a:r>
            <a:r>
              <a:rPr lang="en-US" altLang="ko-KR" sz="3600" dirty="0"/>
              <a:t>, to them He gave the right to become children of God, to those who </a:t>
            </a:r>
            <a:r>
              <a:rPr lang="en-US" altLang="ko-KR" sz="3600" b="1" dirty="0"/>
              <a:t>believe in His name</a:t>
            </a:r>
            <a:r>
              <a:rPr lang="en-US" altLang="ko-KR" sz="3600" dirty="0"/>
              <a:t>: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who were born, not of blood, nor of the will of the flesh, nor of the will of man, but of God.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9016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F7E47-7D85-B263-B9C8-FBF13943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ACD5D-3846-F473-8CE0-43DF14D15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77A06-9A93-9A88-9710-9163B713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3A3B58-7FCD-8D38-043F-3F6EE092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F8140-230F-13FB-42CF-23F3C0CEC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Acts 2:38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80AD2A-F44A-0CCA-666E-9D9B212F7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8C961-9A3B-88C7-8888-DE4F7E28B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36808"/>
            <a:ext cx="10599506" cy="404015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Peter was not teaching that water itself washes away sin. He was calling the people to turn to Christ and publicly identify themselves with Him through baptism.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Forgiveness rests on Christ’s saving work and is received through faith.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3600" dirty="0"/>
              <a:t>Baptism is not the basis of salvation, but it is the normal biblical response of a person who has believed the gospel.</a:t>
            </a:r>
          </a:p>
          <a:p>
            <a:pPr marL="514350" indent="-514350">
              <a:buFont typeface="+mj-lt"/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0641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46B6A-1D0A-4DCA-75B6-911E5AAF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9F24DB-0B81-AA56-5ADD-C3EB101E6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3D746D4-BF09-1772-8CEB-C8B80327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18A20ED-BBB6-E3D9-1A96-0B2B68BC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9C88DA-8726-7A6E-F5BF-0AB83B77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Steps to Salvation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ABC75-A3F1-909B-8475-3E414BE4A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5587A-0ABC-1505-465E-8DA3F98BA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46434"/>
            <a:ext cx="10599506" cy="445649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죄 </a:t>
            </a:r>
            <a:r>
              <a:rPr lang="en-US" altLang="ko-KR" sz="3600" dirty="0"/>
              <a:t>		sin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율법 </a:t>
            </a:r>
            <a:r>
              <a:rPr lang="en-US" altLang="ko-KR" sz="3600" dirty="0"/>
              <a:t>		law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회개 </a:t>
            </a:r>
            <a:r>
              <a:rPr lang="en-US" altLang="ko-KR" sz="3600" dirty="0"/>
              <a:t>		repentance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그리스도의 십자가와 피 </a:t>
            </a:r>
            <a:endParaRPr lang="en-US" altLang="ko-KR" sz="3600" b="1" dirty="0"/>
          </a:p>
          <a:p>
            <a:pPr marL="0" indent="0">
              <a:buNone/>
            </a:pPr>
            <a:r>
              <a:rPr lang="en-US" altLang="ko-KR" sz="3600" dirty="0"/>
              <a:t>    The Cross and Blood of Christ</a:t>
            </a:r>
          </a:p>
          <a:p>
            <a:pPr marL="0" indent="0">
              <a:buNone/>
            </a:pPr>
            <a:r>
              <a:rPr lang="en-US" altLang="ko-KR" sz="3600" dirty="0"/>
              <a:t>5. </a:t>
            </a:r>
            <a:r>
              <a:rPr lang="ko-KR" altLang="en-US" sz="3600" b="1" dirty="0"/>
              <a:t>속죄</a:t>
            </a:r>
            <a:r>
              <a:rPr lang="en-US" altLang="ko-KR" sz="3600" dirty="0"/>
              <a:t>		Atonement</a:t>
            </a:r>
          </a:p>
          <a:p>
            <a:pPr marL="514350" indent="-514350">
              <a:buFont typeface="+mj-lt"/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7798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26B22-F18A-EE61-8546-289C4B53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E83E40-6016-FDA1-5803-5D4E9232B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767E98-358F-F4B8-7388-9687B41A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B04C86-45C4-46C7-70E5-C5AF6179A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B14AF7-8D4F-220D-DB41-5AA7CC5C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5400" b="1" dirty="0"/>
              <a:t>Steps to Salvation</a:t>
            </a:r>
            <a:endParaRPr lang="ko-KR" altLang="en-US" sz="5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168EA9-3545-D1B6-8734-C64C2B3B7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C975D0-0EBD-73F3-E978-133E9FA1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5" y="2146434"/>
            <a:ext cx="10599506" cy="4456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dirty="0"/>
              <a:t>6. </a:t>
            </a:r>
            <a:r>
              <a:rPr lang="ko-KR" altLang="en-US" sz="3600" b="1" dirty="0"/>
              <a:t>죄 사함</a:t>
            </a:r>
            <a:r>
              <a:rPr lang="en-US" altLang="ko-KR" sz="3600" dirty="0"/>
              <a:t>		Forgiveness of Sins</a:t>
            </a:r>
          </a:p>
          <a:p>
            <a:pPr marL="0" indent="0">
              <a:buNone/>
            </a:pPr>
            <a:r>
              <a:rPr lang="en-US" altLang="ko-KR" sz="3600" dirty="0"/>
              <a:t>7. </a:t>
            </a:r>
            <a:r>
              <a:rPr lang="ko-KR" altLang="en-US" sz="3600" b="1" dirty="0"/>
              <a:t>믿음</a:t>
            </a:r>
            <a:r>
              <a:rPr lang="en-US" altLang="ko-KR" sz="3600" dirty="0"/>
              <a:t>			Faith</a:t>
            </a:r>
          </a:p>
          <a:p>
            <a:pPr marL="0" indent="0">
              <a:buNone/>
            </a:pPr>
            <a:r>
              <a:rPr lang="en-US" altLang="ko-KR" sz="3600" dirty="0"/>
              <a:t>8. </a:t>
            </a:r>
            <a:r>
              <a:rPr lang="ko-KR" altLang="en-US" sz="3600" b="1" dirty="0"/>
              <a:t>구원</a:t>
            </a:r>
            <a:r>
              <a:rPr lang="en-US" altLang="ko-KR" sz="3600" dirty="0"/>
              <a:t>			Salvation</a:t>
            </a:r>
          </a:p>
          <a:p>
            <a:pPr marL="0" indent="0">
              <a:buNone/>
            </a:pPr>
            <a:r>
              <a:rPr lang="en-US" altLang="ko-KR" sz="3600" dirty="0"/>
              <a:t>9. </a:t>
            </a:r>
            <a:r>
              <a:rPr lang="ko-KR" altLang="en-US" sz="3600" b="1" dirty="0"/>
              <a:t>침례</a:t>
            </a:r>
            <a:r>
              <a:rPr lang="ko-KR" altLang="en-US" sz="3600" dirty="0"/>
              <a:t> </a:t>
            </a:r>
            <a:r>
              <a:rPr lang="en-US" altLang="ko-KR" sz="3600" dirty="0"/>
              <a:t>			Baptism </a:t>
            </a:r>
          </a:p>
          <a:p>
            <a:pPr marL="0" indent="0">
              <a:buNone/>
            </a:pPr>
            <a:r>
              <a:rPr lang="en-US" altLang="ko-KR" sz="3600" dirty="0"/>
              <a:t>	— </a:t>
            </a:r>
            <a:r>
              <a:rPr lang="ko-KR" altLang="en-US" sz="3600" dirty="0"/>
              <a:t>받은 구원에 대한 공개적 고백 </a:t>
            </a:r>
            <a:endParaRPr lang="en-US" altLang="ko-KR" sz="3600" dirty="0"/>
          </a:p>
          <a:p>
            <a:pPr marL="0" indent="0">
              <a:buNone/>
            </a:pPr>
            <a:r>
              <a:rPr lang="en-US" altLang="ko-KR" sz="3600" dirty="0"/>
              <a:t>	— a public confession of the salvation </a:t>
            </a:r>
          </a:p>
          <a:p>
            <a:pPr marL="0" indent="0">
              <a:buNone/>
            </a:pPr>
            <a:r>
              <a:rPr lang="en-US" altLang="ko-KR" sz="3600" dirty="0"/>
              <a:t>10. </a:t>
            </a:r>
            <a:r>
              <a:rPr lang="ko-KR" altLang="en-US" sz="3600" b="1" dirty="0"/>
              <a:t>교회 공동체</a:t>
            </a:r>
            <a:r>
              <a:rPr lang="en-US" altLang="ko-KR" sz="3600" dirty="0"/>
              <a:t>	Church Community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z="3600" dirty="0"/>
          </a:p>
          <a:p>
            <a:pPr marL="514350" indent="-514350">
              <a:buFont typeface="+mj-lt"/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8382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17FC1-4B6E-16F6-BF63-1DF71693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CAA332-86EB-14AE-6EC2-271F0DBA0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420CAF-D62E-18C7-F96A-C0C501283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297F1D-756F-4BA1-0032-0DF2A5512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F7CB7B-B212-CBED-8DCB-ADC4EC12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6600" b="1" dirty="0"/>
              <a:t>Homework</a:t>
            </a:r>
            <a:endParaRPr lang="ko-KR" altLang="en-US" sz="6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E803-6C86-C497-E3E6-6427595F7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2E096-5FA1-EA3C-A128-EA35E5A3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Read Lecture 5 &amp; 6 and Acts chapter 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Refection paper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4000" dirty="0"/>
              <a:t>Korean Vocabulary Lesson 1 </a:t>
            </a: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0994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782</Words>
  <Application>Microsoft Office PowerPoint</Application>
  <PresentationFormat>와이드스크린</PresentationFormat>
  <Paragraphs>69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Lucida Handwriting</vt:lpstr>
      <vt:lpstr>Office 테마</vt:lpstr>
      <vt:lpstr>Book of Acts    Chapter 2</vt:lpstr>
      <vt:lpstr>Homework</vt:lpstr>
      <vt:lpstr>10 Korean Christian Vocabulary  </vt:lpstr>
      <vt:lpstr>10 Korean Christian Vocabulary  </vt:lpstr>
      <vt:lpstr>Peter’s Pentecost Sermon</vt:lpstr>
      <vt:lpstr>Peter’s Pentecost Sermon</vt:lpstr>
      <vt:lpstr>3 Bible Verses</vt:lpstr>
      <vt:lpstr>Joel 2:28–32 (Acts 2:17–21)</vt:lpstr>
      <vt:lpstr>Psalm 16:8–11 (Acts 2:25–28)</vt:lpstr>
      <vt:lpstr>Psalm 110:1 (Acts 2:34–35)</vt:lpstr>
      <vt:lpstr>Salvation</vt:lpstr>
      <vt:lpstr>Salvation</vt:lpstr>
      <vt:lpstr>Salvation (John 1:11-13)</vt:lpstr>
      <vt:lpstr>Acts 2:38</vt:lpstr>
      <vt:lpstr>Steps to Salvation</vt:lpstr>
      <vt:lpstr>Steps to Salvation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 Gichun</dc:creator>
  <cp:lastModifiedBy>Cho Gichun</cp:lastModifiedBy>
  <cp:revision>6</cp:revision>
  <dcterms:created xsi:type="dcterms:W3CDTF">2026-09-11T11:00:26Z</dcterms:created>
  <dcterms:modified xsi:type="dcterms:W3CDTF">2026-09-19T00:45:00Z</dcterms:modified>
</cp:coreProperties>
</file>