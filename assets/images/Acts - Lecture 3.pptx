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7" r:id="rId2"/>
    <p:sldId id="296" r:id="rId3"/>
    <p:sldId id="297" r:id="rId4"/>
    <p:sldId id="304" r:id="rId5"/>
    <p:sldId id="299" r:id="rId6"/>
    <p:sldId id="300" r:id="rId7"/>
    <p:sldId id="305" r:id="rId8"/>
    <p:sldId id="275" r:id="rId9"/>
    <p:sldId id="302" r:id="rId10"/>
    <p:sldId id="293" r:id="rId11"/>
    <p:sldId id="303" r:id="rId12"/>
    <p:sldId id="29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72BB0-1577-0186-05E1-53EBE30D2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9A35DB-13F5-4C3D-FB5C-4C469C18D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3B994-4722-519B-95B2-A2AAA8F8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925DF-C32B-BB8F-CD62-B3B0B458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FD139-108F-27EF-8BE5-80703B67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9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77F84-5E0B-8832-1B13-6C862DA1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E330E-046B-A97B-A218-60872BFA3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122-E1D3-F600-BDC0-16CFCEC8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F1FAD-5501-0E40-5012-2CCA9CD4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3494B-CC03-40E2-355A-55AEB132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62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36D38-A614-6C9D-E1D6-A27F28B0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F5A24-546D-0CDA-63BA-AAF262D7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199F1-58F3-1B27-57A7-092C4802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DF84D-9437-2658-290B-B8FA09ED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540E9-6FAB-593A-24B7-1DAEFF7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75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56CE9-377D-EB37-5C92-0D9FD1A1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DA105-2A0F-FF1A-CF50-80E213681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043B7E-0F6C-E6B9-1CDA-19E80A525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832FFE-ED7E-F127-CAB8-479AACA0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65A25F-CFC9-58E5-16CE-FAB037C1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975A11-EC49-E4B4-6A9D-FBB02CFC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60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4908E-3275-BC62-8172-E13B1AF7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2EE6A-A188-6380-FF96-5B6B495F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A2BB99-C659-04F5-8843-12D883BC3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FDCEE3-FAF8-ADFA-12B7-F9A33E5E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C5E08-98F6-15E9-3A79-730DC657A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3EE3B3-20EC-9D66-798C-5F03D173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83DCB4-9EAF-D6BB-98E3-6E754C37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19962E-4BB7-B5E8-7C31-768F594A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03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9816A-C551-EB15-E26C-20074199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7DD043-61C6-2FEE-C526-1B6C12B7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A1AE08-537E-1444-1E32-0122FEC7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59875F-4607-1F31-7962-B07D6A48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96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C1705D-8640-03D5-9E91-3AD58DD8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E58538-B4A1-CA2D-C94E-12B34ECF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9C1ED-BEBD-2B7C-D753-88E886A5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8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B47E8-7106-40E4-78E1-3B06F554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A31D1-8564-FD5E-478F-294C146D3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273794-1666-2886-C1EC-C48D4FCAA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443C3-E7D5-BC57-08AC-9F4BF29F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E6C217-5880-C03A-494D-54D95AE1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CE3DB-B823-CDAF-4020-019DA6ED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3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1656B-A897-A919-BC91-64F612E5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187650-8B2C-72A7-90F0-F6F704DCCE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7CA87A-ADDD-4301-80AB-43FD1E455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620C93-8214-B7FE-8ECA-1ACF9A92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22E61-DADA-D116-399B-F5ED5A46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033278-040F-1430-B064-4D8B504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16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F7E14-FABE-31A7-75DC-BB9192D9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7661D2-C611-8918-8F47-3844D4BF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3CB24-F6EB-D028-CB21-1C7050A9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D8D5F-C2DB-711A-F750-5033C1DB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6ADC5-CA40-CEEA-7424-E0CDD524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9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AF46B3-BF8E-791D-BE26-1F3DF71C4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39EC02-695F-ADE4-6FAA-5FE28A1FC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3E4B7-551A-C961-ED9C-EBF154EF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1F454-1C53-887B-A821-93427F0E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9160-E3DE-EDE7-22B2-184C5458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76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21AC16-104E-5B6F-EDB5-5C216978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2BC11-1D6F-A620-5250-6582D587B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69A12-5A33-3D4F-9A6C-7471085F5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3CF56-F87C-449F-9468-417294F3A32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09946-496D-745A-ECD2-08520D1F1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3AA39-4C6D-C0F7-2CF9-34DE8C59A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8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03F012-C642-3DDF-B188-9D79EB3A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4000" b="1" dirty="0">
                <a:latin typeface="Lucida Handwriting" panose="03010101010101010101" pitchFamily="66" charset="0"/>
              </a:rPr>
              <a:t>Book of Acts</a:t>
            </a:r>
            <a:br>
              <a:rPr lang="en-US" altLang="ko-KR" sz="5600" dirty="0"/>
            </a:br>
            <a:br>
              <a:rPr lang="en-US" altLang="ko-KR" sz="5600" dirty="0"/>
            </a:br>
            <a:br>
              <a:rPr lang="en-US" altLang="ko-KR" sz="5600" dirty="0"/>
            </a:br>
            <a:br>
              <a:rPr lang="en-US" altLang="ko-KR" sz="5600" dirty="0"/>
            </a:br>
            <a:r>
              <a:rPr lang="en-US" altLang="ko-KR" sz="8000" b="1" dirty="0"/>
              <a:t>Chapter 3</a:t>
            </a:r>
            <a:endParaRPr lang="ko-KR" altLang="en-US" sz="8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8E22A9-2A7E-4B72-912D-CC1878756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/>
              <a:t>Prof. Samuel Cho</a:t>
            </a:r>
            <a:endParaRPr lang="ko-KR" alt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2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6E0C-FA00-5C1C-6D91-CB95A73B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E35F-FE61-BD70-9FA7-7C772CFB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Last week Homework</a:t>
            </a:r>
            <a:endParaRPr lang="ko-KR" altLang="en-US" sz="5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30DAC-D137-FD0D-729D-985B4FA6C9AE}"/>
              </a:ext>
            </a:extLst>
          </p:cNvPr>
          <p:cNvSpPr txBox="1"/>
          <p:nvPr/>
        </p:nvSpPr>
        <p:spPr>
          <a:xfrm>
            <a:off x="915145" y="1904999"/>
            <a:ext cx="10699322" cy="295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Read Acts chapter 3</a:t>
            </a: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Read Lecture 5 &amp; 6 and submit reflection paper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79624-0633-3451-F907-3EB9FF56B13F}"/>
              </a:ext>
            </a:extLst>
          </p:cNvPr>
          <p:cNvSpPr txBox="1"/>
          <p:nvPr/>
        </p:nvSpPr>
        <p:spPr>
          <a:xfrm>
            <a:off x="641668" y="914401"/>
            <a:ext cx="26642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.</a:t>
            </a:r>
            <a:endParaRPr kumimoji="0" lang="ko-KR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60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DD06-566A-7E91-E81B-1BF0B234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7928-649C-A1C0-98BD-69891900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Core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Message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5ECEC-C990-C5F1-A031-326B1D39A6D9}"/>
              </a:ext>
            </a:extLst>
          </p:cNvPr>
          <p:cNvSpPr txBox="1"/>
          <p:nvPr/>
        </p:nvSpPr>
        <p:spPr>
          <a:xfrm>
            <a:off x="915145" y="1904999"/>
            <a:ext cx="10699322" cy="221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Acts is the story of the Holy Spirit empowering the Church to proclaim the gospel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1668" y="914401"/>
            <a:ext cx="26642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.</a:t>
            </a:r>
            <a:endParaRPr kumimoji="0" lang="ko-KR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71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2048-D1C8-2B71-B90A-324B1BFA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64C4-8FB9-AEEA-3241-BA4A4487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Core Structure</a:t>
            </a:r>
            <a:endParaRPr lang="ko-KR" altLang="en-US" sz="5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CB234-E5CF-D39A-7941-23DF7EBDAD5E}"/>
              </a:ext>
            </a:extLst>
          </p:cNvPr>
          <p:cNvSpPr txBox="1"/>
          <p:nvPr/>
        </p:nvSpPr>
        <p:spPr>
          <a:xfrm>
            <a:off x="915145" y="1904999"/>
            <a:ext cx="10699322" cy="369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lang="en-US" altLang="ko-KR" sz="32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Jerusalem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→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Judea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→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Samaria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→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the end of the world(</a:t>
            </a:r>
            <a:r>
              <a:rPr lang="en-US" altLang="ko-KR" sz="32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Rome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)  </a:t>
            </a: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The entire Acts is the process of fulfillment of Acts 1:8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15F12-DE32-38F1-1E60-507F6F20202C}"/>
              </a:ext>
            </a:extLst>
          </p:cNvPr>
          <p:cNvSpPr txBox="1"/>
          <p:nvPr/>
        </p:nvSpPr>
        <p:spPr>
          <a:xfrm>
            <a:off x="641668" y="914401"/>
            <a:ext cx="26642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.</a:t>
            </a:r>
            <a:endParaRPr kumimoji="0" lang="ko-KR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15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F422-2CBD-5355-7701-BA6D7513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BCA2-0FBF-53A0-F816-F2B2EE56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Core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Verse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Acts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1:8</a:t>
            </a:r>
            <a:endParaRPr lang="ko-KR" altLang="en-US" sz="5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35234-3D43-9D22-984C-1644703AC468}"/>
              </a:ext>
            </a:extLst>
          </p:cNvPr>
          <p:cNvSpPr txBox="1"/>
          <p:nvPr/>
        </p:nvSpPr>
        <p:spPr>
          <a:xfrm>
            <a:off x="915145" y="1904999"/>
            <a:ext cx="10611447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But you shall receive power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when the Holy Spirit has come upon you;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and you shall be witnesses to Me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in Jerusalem, and in all Judea and Samaria, and to the end of the earth.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B1F03-0942-BD5D-9315-0C13F566D77B}"/>
              </a:ext>
            </a:extLst>
          </p:cNvPr>
          <p:cNvSpPr txBox="1"/>
          <p:nvPr/>
        </p:nvSpPr>
        <p:spPr>
          <a:xfrm>
            <a:off x="641668" y="914401"/>
            <a:ext cx="26642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.</a:t>
            </a:r>
            <a:endParaRPr kumimoji="0" lang="ko-KR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08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79A7-28FE-1354-1C4E-52563EDE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9163-A126-0821-6743-7D258EDA0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91" y="365125"/>
            <a:ext cx="11036207" cy="1325563"/>
          </a:xfrm>
        </p:spPr>
        <p:txBody>
          <a:bodyPr>
            <a:noAutofit/>
          </a:bodyPr>
          <a:lstStyle/>
          <a:p>
            <a:pPr algn="l"/>
            <a:r>
              <a:rPr lang="en-US" altLang="ko-KR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Acts</a:t>
            </a:r>
            <a:r>
              <a:rPr lang="ko-KR" altLang="en-US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of</a:t>
            </a:r>
            <a:r>
              <a:rPr lang="ko-KR" altLang="en-US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Holy</a:t>
            </a:r>
            <a:r>
              <a:rPr lang="ko-KR" altLang="en-US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4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Spirit(Centered on People) </a:t>
            </a:r>
            <a:endParaRPr lang="ko-KR" altLang="en-US" sz="48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0AD46-4BB4-EB9C-12C3-FB5EE50432D0}"/>
              </a:ext>
            </a:extLst>
          </p:cNvPr>
          <p:cNvSpPr txBox="1"/>
          <p:nvPr/>
        </p:nvSpPr>
        <p:spPr>
          <a:xfrm>
            <a:off x="981777" y="1876927"/>
            <a:ext cx="10622322" cy="223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/>
                <a:cs typeface="+mn-cs"/>
              </a:rPr>
              <a:t>Chapter 1–12		: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/>
                <a:cs typeface="+mn-cs"/>
              </a:rPr>
              <a:t>Centered on Peter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/>
                <a:cs typeface="+mn-cs"/>
              </a:rPr>
              <a:t>Chapter 13–28	: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/>
                <a:cs typeface="+mn-cs"/>
              </a:rPr>
              <a:t>Paul-Centered</a:t>
            </a: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/>
                <a:cs typeface="+mn-cs"/>
              </a:rPr>
              <a:t>People are just tools</a:t>
            </a:r>
            <a:r>
              <a:rPr lang="en-US" altLang="ko-KR" sz="32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/>
              </a:rPr>
              <a:t> of Holy Spirit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7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9DCA3-B848-E0C7-8464-D81DB41A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5D97-5EFD-31DE-042C-A9C448EE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145" y="365125"/>
            <a:ext cx="10612655" cy="886159"/>
          </a:xfrm>
        </p:spPr>
        <p:txBody>
          <a:bodyPr>
            <a:normAutofit/>
          </a:bodyPr>
          <a:lstStyle/>
          <a:p>
            <a:pPr algn="l"/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Parts of Acts</a:t>
            </a:r>
            <a:r>
              <a:rPr lang="ko-KR" altLang="en-US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4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5E49871D-AD3B-0E91-238B-25B5F02446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428815"/>
              </p:ext>
            </p:extLst>
          </p:nvPr>
        </p:nvGraphicFramePr>
        <p:xfrm>
          <a:off x="879144" y="1523516"/>
          <a:ext cx="10474656" cy="4771622"/>
        </p:xfrm>
        <a:graphic>
          <a:graphicData uri="http://schemas.openxmlformats.org/drawingml/2006/table">
            <a:tbl>
              <a:tblPr firstRow="1" firstCol="1" bandRow="1"/>
              <a:tblGrid>
                <a:gridCol w="2306818">
                  <a:extLst>
                    <a:ext uri="{9D8B030D-6E8A-4147-A177-3AD203B41FA5}">
                      <a16:colId xmlns:a16="http://schemas.microsoft.com/office/drawing/2014/main" val="2444972884"/>
                    </a:ext>
                  </a:extLst>
                </a:gridCol>
                <a:gridCol w="1466676">
                  <a:extLst>
                    <a:ext uri="{9D8B030D-6E8A-4147-A177-3AD203B41FA5}">
                      <a16:colId xmlns:a16="http://schemas.microsoft.com/office/drawing/2014/main" val="646319175"/>
                    </a:ext>
                  </a:extLst>
                </a:gridCol>
                <a:gridCol w="2491183">
                  <a:extLst>
                    <a:ext uri="{9D8B030D-6E8A-4147-A177-3AD203B41FA5}">
                      <a16:colId xmlns:a16="http://schemas.microsoft.com/office/drawing/2014/main" val="1563389413"/>
                    </a:ext>
                  </a:extLst>
                </a:gridCol>
                <a:gridCol w="4209979">
                  <a:extLst>
                    <a:ext uri="{9D8B030D-6E8A-4147-A177-3AD203B41FA5}">
                      <a16:colId xmlns:a16="http://schemas.microsoft.com/office/drawing/2014/main" val="2496749679"/>
                    </a:ext>
                  </a:extLst>
                </a:gridCol>
              </a:tblGrid>
              <a:tr h="7927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8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Section</a:t>
                      </a:r>
                      <a:endParaRPr lang="ko-KR" sz="2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8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Chapter</a:t>
                      </a:r>
                      <a:endParaRPr lang="ko-KR" sz="2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8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Main Region</a:t>
                      </a:r>
                      <a:endParaRPr lang="ko-KR" sz="2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8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Key Content</a:t>
                      </a:r>
                      <a:endParaRPr lang="ko-KR" sz="2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892740"/>
                  </a:ext>
                </a:extLst>
              </a:tr>
              <a:tr h="7927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Preparation for the Gospel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Jerusalem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Ascension of Jesus and Promise of the Holy Spirit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624914"/>
                  </a:ext>
                </a:extLst>
              </a:tr>
              <a:tr h="7927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2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예루살렘 교회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2–7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Jerusalem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Pentecost, Early Church, Stephen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810088"/>
                  </a:ext>
                </a:extLst>
              </a:tr>
              <a:tr h="7804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Spread of   the Gospel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8–12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Judea and Samaria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Philip, Conversion of Saul, Cornelius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825992"/>
                  </a:ext>
                </a:extLst>
              </a:tr>
              <a:tr h="7927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Paul's Missions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13–20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Asia Minor   and Europe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Three Missionary Journeys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58500"/>
                  </a:ext>
                </a:extLst>
              </a:tr>
              <a:tr h="8202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The Road to Rome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21–28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Jerusalem → Rome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24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Arrest, Trial, Voyage,  Arrival in Rome</a:t>
                      </a:r>
                      <a:endParaRPr lang="ko-KR" sz="24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86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31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C72E-387E-A3FE-7A44-3B7B61A5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18C89-72BA-A3F9-D0ED-C2CAABE8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5400" b="1" dirty="0"/>
              <a:t>Summary of Chapter 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0074FE-8D0F-54C3-EC03-30A327F16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altLang="ko-KR" sz="3600" dirty="0"/>
              <a:t>Peter Heals a Lame Man 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ko-KR" sz="3600" dirty="0"/>
              <a:t>Peter's Sermon at Solomon's Porch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ko-KR" sz="3600" dirty="0"/>
              <a:t>The Heart of Peter Used by God</a:t>
            </a:r>
          </a:p>
          <a:p>
            <a:pPr marL="0" indent="0">
              <a:buNone/>
            </a:pP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1931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B2100-6EC1-95A8-6584-50D8B0EE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5400" b="1" dirty="0"/>
              <a:t>Peter Heals a Lame Man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B9610-D825-A182-3407-FD77835E0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What did the lame man want?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Silver and gold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The name of Jesus Christ of Nazareth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What did God want to give to the lame man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Silver and gold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Gaining strength in feet and ankles to walk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The name of Jesus Christ of Nazareth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What is the attitude of heart as an instrument of God? </a:t>
            </a:r>
            <a:endParaRPr lang="en-US" altLang="ko-KR" sz="3200" b="1" dirty="0"/>
          </a:p>
          <a:p>
            <a:pPr marL="457200" lvl="1" indent="0">
              <a:buNone/>
            </a:pPr>
            <a:r>
              <a:rPr lang="en-US" altLang="ko-KR" sz="2800" dirty="0"/>
              <a:t>- A heart that seeks to solve everything through Jesus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50492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BF99-E447-BFC8-9A36-B72FA350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68B8B-BE08-E95A-9981-5A01CC26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Peter's Sermon at Solomon's Porch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DAAC5D-FE4B-E8E4-3673-1839E1346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The Lame Man – </a:t>
            </a:r>
            <a:r>
              <a:rPr lang="en-US" altLang="ko-KR" sz="3600" dirty="0"/>
              <a:t>An Instrument of God's Work Expanding the Territory of the Gospel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Repent and Turn Back:</a:t>
            </a:r>
            <a:r>
              <a:rPr lang="en-US" altLang="ko-KR" sz="3600" dirty="0"/>
              <a:t> "We were wrong, and God was right. The Jesus we rejected is the Christ sent by God."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That Your Sins May Be Blotted Out / Forgiven</a:t>
            </a:r>
            <a:r>
              <a:rPr lang="en-US" altLang="ko-KR" sz="3600" dirty="0"/>
              <a:t>: When We Believe Jesus Is the Promised Savior</a:t>
            </a:r>
          </a:p>
        </p:txBody>
      </p:sp>
    </p:spTree>
    <p:extLst>
      <p:ext uri="{BB962C8B-B14F-4D97-AF65-F5344CB8AC3E}">
        <p14:creationId xmlns:p14="http://schemas.microsoft.com/office/powerpoint/2010/main" val="164831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0C19-ABC8-5610-AD9F-06B8ECE3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60D50-1032-71F6-9A79-B628B309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5400" b="1" dirty="0"/>
              <a:t>The Heart of Peter Used by God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77C214-2F91-F012-9733-0A8AE56B9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When permanent residency application is denied</a:t>
            </a:r>
          </a:p>
          <a:p>
            <a:pPr marL="457200" lvl="1" indent="0">
              <a:buNone/>
            </a:pPr>
            <a:r>
              <a:rPr lang="en-US" altLang="ko-KR" sz="3200" dirty="0"/>
              <a:t>- It works through the blood of Jesus!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When I see the blood, I will pass over you:</a:t>
            </a:r>
          </a:p>
          <a:p>
            <a:pPr marL="457200" lvl="1" indent="0">
              <a:buNone/>
            </a:pPr>
            <a:r>
              <a:rPr lang="en-US" altLang="ko-KR" sz="3200" dirty="0"/>
              <a:t>- The cure-all / universal remedy that overcomes death, curse, sickness, and all problems.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Abram believed in the Lord, </a:t>
            </a:r>
          </a:p>
          <a:p>
            <a:pPr marL="457200" lvl="1" indent="0">
              <a:buNone/>
            </a:pPr>
            <a:r>
              <a:rPr lang="en-US" altLang="ko-KR" sz="3200" dirty="0"/>
              <a:t>- and He accounted it to him for righteousness.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When seeing a beggar begging material goods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How did it flow into a heart desiring to give the name of Jesus Christ?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What he needs is not money, but the Gospel!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3200" dirty="0"/>
              <a:t>A heart drawn to the heart of God</a:t>
            </a:r>
          </a:p>
        </p:txBody>
      </p:sp>
    </p:spTree>
    <p:extLst>
      <p:ext uri="{BB962C8B-B14F-4D97-AF65-F5344CB8AC3E}">
        <p14:creationId xmlns:p14="http://schemas.microsoft.com/office/powerpoint/2010/main" val="35511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E8E66-A4AC-156B-188B-991D6154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E83C-C466-958B-0474-1CE29DA0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5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Next week Homework</a:t>
            </a:r>
            <a:endParaRPr lang="ko-KR" altLang="en-US" sz="5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0D830-3488-FB35-2008-28D4EEA5FE97}"/>
              </a:ext>
            </a:extLst>
          </p:cNvPr>
          <p:cNvSpPr txBox="1"/>
          <p:nvPr/>
        </p:nvSpPr>
        <p:spPr>
          <a:xfrm>
            <a:off x="915145" y="1904999"/>
            <a:ext cx="10699322" cy="369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Read Acts chapter 4</a:t>
            </a: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Read Lecture 7 &amp; 8 and submit reflection paper</a:t>
            </a: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200"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CC365-C12C-B4C7-7E85-16C38E157F2A}"/>
              </a:ext>
            </a:extLst>
          </p:cNvPr>
          <p:cNvSpPr txBox="1"/>
          <p:nvPr/>
        </p:nvSpPr>
        <p:spPr>
          <a:xfrm>
            <a:off x="641668" y="914401"/>
            <a:ext cx="26642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.</a:t>
            </a:r>
            <a:endParaRPr kumimoji="0" lang="ko-KR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148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</TotalTime>
  <Words>511</Words>
  <Application>Microsoft Office PowerPoint</Application>
  <PresentationFormat>와이드스크린</PresentationFormat>
  <Paragraphs>82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한컴 고딕</vt:lpstr>
      <vt:lpstr>Arial</vt:lpstr>
      <vt:lpstr>Lucida Handwriting</vt:lpstr>
      <vt:lpstr>Rockwell</vt:lpstr>
      <vt:lpstr>Office 테마</vt:lpstr>
      <vt:lpstr>Book of Acts    Chapter 3</vt:lpstr>
      <vt:lpstr>Last week Homework</vt:lpstr>
      <vt:lpstr>Core Message </vt:lpstr>
      <vt:lpstr>Core Structure</vt:lpstr>
      <vt:lpstr>Core Verse - Acts 1:8</vt:lpstr>
      <vt:lpstr>Acts of Holy Spirit(Centered on People) </vt:lpstr>
      <vt:lpstr>5 Parts of Acts </vt:lpstr>
      <vt:lpstr>Summary of Chapter 3</vt:lpstr>
      <vt:lpstr>Peter Heals a Lame Man </vt:lpstr>
      <vt:lpstr>Peter's Sermon at Solomon's Porch</vt:lpstr>
      <vt:lpstr>The Heart of Peter Used by God</vt:lpstr>
      <vt:lpstr>Next week 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 Gichun</dc:creator>
  <cp:lastModifiedBy>Cho Gichun</cp:lastModifiedBy>
  <cp:revision>7</cp:revision>
  <dcterms:created xsi:type="dcterms:W3CDTF">2026-09-11T11:00:26Z</dcterms:created>
  <dcterms:modified xsi:type="dcterms:W3CDTF">2026-09-26T05:26:08Z</dcterms:modified>
</cp:coreProperties>
</file>