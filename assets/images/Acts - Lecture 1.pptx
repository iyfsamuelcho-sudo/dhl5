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7" r:id="rId2"/>
    <p:sldId id="258" r:id="rId3"/>
    <p:sldId id="271" r:id="rId4"/>
    <p:sldId id="259" r:id="rId5"/>
    <p:sldId id="272" r:id="rId6"/>
    <p:sldId id="273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72BB0-1577-0186-05E1-53EBE30D2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9A35DB-13F5-4C3D-FB5C-4C469C18D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3B994-4722-519B-95B2-A2AAA8F8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B925DF-C32B-BB8F-CD62-B3B0B458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FD139-108F-27EF-8BE5-80703B67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9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77F84-5E0B-8832-1B13-6C862DA1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E330E-046B-A97B-A218-60872BFA3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122-E1D3-F600-BDC0-16CFCEC8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1F1FAD-5501-0E40-5012-2CCA9CD4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53494B-CC03-40E2-355A-55AEB132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62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36D38-A614-6C9D-E1D6-A27F28B0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F5A24-546D-0CDA-63BA-AAF262D7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199F1-58F3-1B27-57A7-092C4802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DF84D-9437-2658-290B-B8FA09ED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540E9-6FAB-593A-24B7-1DAEFF7D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75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56CE9-377D-EB37-5C92-0D9FD1A1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DA105-2A0F-FF1A-CF50-80E213681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043B7E-0F6C-E6B9-1CDA-19E80A525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832FFE-ED7E-F127-CAB8-479AACA0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65A25F-CFC9-58E5-16CE-FAB037C1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975A11-EC49-E4B4-6A9D-FBB02CFC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60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4908E-3275-BC62-8172-E13B1AF7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2EE6A-A188-6380-FF96-5B6B495F3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A2BB99-C659-04F5-8843-12D883BC3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FDCEE3-FAF8-ADFA-12B7-F9A33E5ED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C5E08-98F6-15E9-3A79-730DC657A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3EE3B3-20EC-9D66-798C-5F03D173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83DCB4-9EAF-D6BB-98E3-6E754C37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19962E-4BB7-B5E8-7C31-768F594A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03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9816A-C551-EB15-E26C-20074199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7DD043-61C6-2FEE-C526-1B6C12B7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A1AE08-537E-1444-1E32-0122FEC7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59875F-4607-1F31-7962-B07D6A48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96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C1705D-8640-03D5-9E91-3AD58DD8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E58538-B4A1-CA2D-C94E-12B34ECF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D9C1ED-BEBD-2B7C-D753-88E886A5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8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B47E8-7106-40E4-78E1-3B06F554C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A31D1-8564-FD5E-478F-294C146D3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273794-1666-2886-C1EC-C48D4FCAA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443C3-E7D5-BC57-08AC-9F4BF29F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E6C217-5880-C03A-494D-54D95AE1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8CE3DB-B823-CDAF-4020-019DA6ED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63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1656B-A897-A919-BC91-64F612E5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187650-8B2C-72A7-90F0-F6F704DCCE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7CA87A-ADDD-4301-80AB-43FD1E455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620C93-8214-B7FE-8ECA-1ACF9A92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322E61-DADA-D116-399B-F5ED5A46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033278-040F-1430-B064-4D8B504B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16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F7E14-FABE-31A7-75DC-BB9192D9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7661D2-C611-8918-8F47-3844D4BF5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3CB24-F6EB-D028-CB21-1C7050A9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D8D5F-C2DB-711A-F750-5033C1DB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76ADC5-CA40-CEEA-7424-E0CDD524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59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AF46B3-BF8E-791D-BE26-1F3DF71C4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39EC02-695F-ADE4-6FAA-5FE28A1FC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E3E4B7-551A-C961-ED9C-EBF154EF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F1F454-1C53-887B-A821-93427F0E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9160-E3DE-EDE7-22B2-184C5458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76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21AC16-104E-5B6F-EDB5-5C216978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2BC11-1D6F-A620-5250-6582D587B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469A12-5A33-3D4F-9A6C-7471085F5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3CF56-F87C-449F-9468-417294F3A32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09946-496D-745A-ECD2-08520D1F1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D3AA39-4C6D-C0F7-2CF9-34DE8C59A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78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03F012-C642-3DDF-B188-9D79EB3AE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4000" b="1" dirty="0">
                <a:latin typeface="Lucida Handwriting" panose="03010101010101010101" pitchFamily="66" charset="0"/>
              </a:rPr>
              <a:t>Book of Acts</a:t>
            </a:r>
            <a:br>
              <a:rPr lang="en-US" altLang="ko-KR" sz="5600" dirty="0"/>
            </a:br>
            <a:br>
              <a:rPr lang="en-US" altLang="ko-KR" sz="5600" dirty="0"/>
            </a:br>
            <a:br>
              <a:rPr lang="en-US" altLang="ko-KR" sz="5600" dirty="0"/>
            </a:br>
            <a:br>
              <a:rPr lang="en-US" altLang="ko-KR" sz="5600" dirty="0"/>
            </a:br>
            <a:r>
              <a:rPr lang="en-US" altLang="ko-KR" sz="8000" b="1" dirty="0"/>
              <a:t>Chapter 1</a:t>
            </a:r>
            <a:endParaRPr lang="ko-KR" altLang="en-US" sz="8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8E22A9-2A7E-4B72-912D-CC1878756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/>
              <a:t>Prof. Samuel Cho</a:t>
            </a:r>
            <a:endParaRPr lang="ko-KR" alt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2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849ED1-36B9-B131-9B85-331F2239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6600" b="1" dirty="0"/>
              <a:t>Homework</a:t>
            </a:r>
            <a:endParaRPr lang="ko-KR" altLang="en-US" sz="6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42D791-AF89-F20F-3301-960E1C93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Listen to </a:t>
            </a:r>
            <a:r>
              <a:rPr lang="en-US" altLang="ko-KR" sz="4000" dirty="0" err="1"/>
              <a:t>Youtube</a:t>
            </a:r>
            <a:r>
              <a:rPr lang="en-US" altLang="ko-KR" sz="4000" dirty="0"/>
              <a:t> of Acts 1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Summary and Refection paper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10 Korean Christian Vocabulary </a:t>
            </a:r>
          </a:p>
          <a:p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580256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53C34-AB5B-B63A-8CDE-0A7AB90C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CDFDDD-C81F-F298-AF7E-317BED5F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 Korean Christian Vocabulary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6182DD-71B8-923F-995F-815260EEC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>
            <a:normAutofit/>
          </a:bodyPr>
          <a:lstStyle/>
          <a:p>
            <a:pPr marL="0" latinLnBrk="0"/>
            <a:r>
              <a:rPr lang="en-US" altLang="ko-KR" sz="3600" dirty="0"/>
              <a:t>Pastor		: </a:t>
            </a:r>
            <a:r>
              <a:rPr lang="ko-KR" altLang="en-US" sz="3600" dirty="0"/>
              <a:t>목사님</a:t>
            </a:r>
            <a:endParaRPr lang="en-US" altLang="ko-KR" sz="3600" dirty="0"/>
          </a:p>
          <a:p>
            <a:pPr marL="0" latinLnBrk="0"/>
            <a:r>
              <a:rPr lang="en-US" altLang="ko-KR" sz="3600" dirty="0"/>
              <a:t>Prayer		: </a:t>
            </a:r>
            <a:r>
              <a:rPr lang="ko-KR" altLang="en-US" sz="3600" dirty="0"/>
              <a:t>기도</a:t>
            </a:r>
            <a:endParaRPr lang="en-US" altLang="ko-KR" sz="3600" dirty="0"/>
          </a:p>
          <a:p>
            <a:pPr marL="0" latinLnBrk="0"/>
            <a:r>
              <a:rPr lang="en-US" altLang="ko-KR" sz="3600" dirty="0"/>
              <a:t>Fellowship	: </a:t>
            </a:r>
            <a:r>
              <a:rPr lang="ko-KR" altLang="en-US" sz="3600" dirty="0"/>
              <a:t>교제</a:t>
            </a:r>
            <a:endParaRPr lang="en-US" altLang="ko-KR" sz="3600" dirty="0"/>
          </a:p>
          <a:p>
            <a:pPr marL="0" latinLnBrk="0"/>
            <a:r>
              <a:rPr lang="en-US" altLang="ko-KR" sz="3600" dirty="0"/>
              <a:t>Sin			: </a:t>
            </a:r>
            <a:r>
              <a:rPr lang="ko-KR" altLang="en-US" sz="3600" dirty="0"/>
              <a:t>죄</a:t>
            </a:r>
            <a:endParaRPr lang="en-US" altLang="ko-KR" sz="3600" dirty="0"/>
          </a:p>
          <a:p>
            <a:pPr marL="0" latinLnBrk="0"/>
            <a:r>
              <a:rPr lang="en-US" altLang="ko-KR" sz="3600" dirty="0"/>
              <a:t>Salvation	: </a:t>
            </a:r>
            <a:r>
              <a:rPr lang="ko-KR" altLang="en-US" sz="3600" dirty="0"/>
              <a:t>구원</a:t>
            </a:r>
            <a:endParaRPr lang="en-US" altLang="ko-KR" sz="36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D4E1449-6B94-5173-CFEF-CDF27F193B95}"/>
              </a:ext>
            </a:extLst>
          </p:cNvPr>
          <p:cNvSpPr txBox="1">
            <a:spLocks/>
          </p:cNvSpPr>
          <p:nvPr/>
        </p:nvSpPr>
        <p:spPr>
          <a:xfrm>
            <a:off x="6189154" y="2398626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Bible		: </a:t>
            </a:r>
            <a:r>
              <a:rPr kumimoji="0" lang="ko-KR" alt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성경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457200" marR="0" lvl="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God		: </a:t>
            </a:r>
            <a:r>
              <a:rPr kumimoji="0" lang="ko-KR" alt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하나님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457200" marR="0" lvl="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Jesus		: </a:t>
            </a:r>
            <a:r>
              <a:rPr kumimoji="0" lang="ko-KR" alt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예수님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457200" marR="0" lvl="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Holy Spirit	: </a:t>
            </a:r>
            <a:r>
              <a:rPr kumimoji="0" lang="ko-KR" alt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성령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457200" marR="0" lvl="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Church	: </a:t>
            </a:r>
            <a:r>
              <a:rPr kumimoji="0" lang="ko-KR" alt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교회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3607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4BC481-2800-EDD0-2354-F63DF8C4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Chapter 1 Summary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85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4ECF5D-A2B7-14BF-1DD2-06A2329E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b="1" dirty="0"/>
              <a:t>The Disciples Wait for the Holy Spirit</a:t>
            </a:r>
            <a:endParaRPr lang="ko-KR" alt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B5A814-DA7F-44EC-101E-5FA076A08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7" y="2186609"/>
            <a:ext cx="10350213" cy="399035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ko-KR" sz="2400" dirty="0" err="1"/>
              <a:t>After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His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resurrection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Jesus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appeared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to</a:t>
            </a:r>
            <a:r>
              <a:rPr lang="ko-KR" altLang="ko-KR" sz="2400" dirty="0"/>
              <a:t> </a:t>
            </a:r>
            <a:r>
              <a:rPr lang="ko-KR" altLang="ko-KR" sz="2400" dirty="0" err="1"/>
              <a:t>His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disciples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for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forty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days</a:t>
            </a:r>
            <a:r>
              <a:rPr lang="ko-KR" altLang="ko-KR" sz="2400" dirty="0"/>
              <a:t> and </a:t>
            </a:r>
            <a:r>
              <a:rPr lang="ko-KR" altLang="ko-KR" sz="2400" dirty="0" err="1"/>
              <a:t>taught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them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about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kingdom</a:t>
            </a:r>
            <a:r>
              <a:rPr lang="ko-KR" altLang="ko-KR" sz="2400" dirty="0"/>
              <a:t> of </a:t>
            </a:r>
            <a:r>
              <a:rPr lang="ko-KR" altLang="ko-KR" sz="2400" dirty="0" err="1"/>
              <a:t>God</a:t>
            </a:r>
            <a:r>
              <a:rPr lang="ko-KR" altLang="ko-KR" sz="2400" dirty="0"/>
              <a:t>. </a:t>
            </a:r>
            <a:r>
              <a:rPr lang="en-US" altLang="ko-KR" sz="2400" dirty="0"/>
              <a:t>  </a:t>
            </a:r>
            <a:r>
              <a:rPr lang="ko-KR" altLang="ko-KR" sz="2400" dirty="0" err="1"/>
              <a:t>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told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them</a:t>
            </a:r>
            <a:r>
              <a:rPr lang="ko-KR" altLang="ko-KR" sz="24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ko-KR" sz="2400" dirty="0"/>
              <a:t>“</a:t>
            </a:r>
            <a:r>
              <a:rPr lang="ko-KR" altLang="ko-KR" sz="2400" dirty="0" err="1"/>
              <a:t>Do</a:t>
            </a:r>
            <a:r>
              <a:rPr lang="ko-KR" altLang="ko-KR" sz="2400" dirty="0"/>
              <a:t> </a:t>
            </a:r>
            <a:r>
              <a:rPr lang="ko-KR" altLang="ko-KR" sz="2400" dirty="0" err="1"/>
              <a:t>not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leave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Jerusalem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but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wait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for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Holy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Spirit</a:t>
            </a:r>
            <a:r>
              <a:rPr lang="ko-KR" altLang="ko-KR" sz="2400" dirty="0"/>
              <a:t>.</a:t>
            </a:r>
            <a:br>
              <a:rPr lang="ko-KR" altLang="ko-KR" sz="2400" dirty="0"/>
            </a:br>
            <a:r>
              <a:rPr lang="ko-KR" altLang="ko-KR" sz="2400" dirty="0" err="1"/>
              <a:t>When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Holy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Spirit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comes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upon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you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you</a:t>
            </a:r>
            <a:r>
              <a:rPr lang="ko-KR" altLang="ko-KR" sz="2400" dirty="0"/>
              <a:t> </a:t>
            </a:r>
            <a:r>
              <a:rPr lang="ko-KR" altLang="ko-KR" sz="2400" dirty="0" err="1"/>
              <a:t>will</a:t>
            </a:r>
            <a:r>
              <a:rPr lang="ko-KR" altLang="ko-KR" sz="2400" dirty="0"/>
              <a:t> </a:t>
            </a:r>
            <a:r>
              <a:rPr lang="ko-KR" altLang="ko-KR" sz="2400" dirty="0" err="1"/>
              <a:t>be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witnesses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to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ends</a:t>
            </a:r>
            <a:r>
              <a:rPr lang="ko-KR" altLang="ko-KR" sz="2400" dirty="0"/>
              <a:t> of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earth</a:t>
            </a:r>
            <a:r>
              <a:rPr lang="ko-KR" altLang="ko-KR" sz="2400" dirty="0"/>
              <a:t>.”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ko-KR" sz="2400" dirty="0" err="1"/>
              <a:t>After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Jesus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ascended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into</a:t>
            </a:r>
            <a:r>
              <a:rPr lang="ko-KR" altLang="ko-KR" sz="2400" dirty="0"/>
              <a:t> </a:t>
            </a:r>
            <a:r>
              <a:rPr lang="ko-KR" altLang="ko-KR" sz="2400" dirty="0" err="1"/>
              <a:t>heaven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disciples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returned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to</a:t>
            </a:r>
            <a:r>
              <a:rPr lang="ko-KR" altLang="ko-KR" sz="2400" dirty="0"/>
              <a:t> </a:t>
            </a:r>
            <a:r>
              <a:rPr lang="ko-KR" altLang="ko-KR" sz="2400" dirty="0" err="1"/>
              <a:t>Jerusalem</a:t>
            </a:r>
            <a:r>
              <a:rPr lang="ko-KR" altLang="ko-KR" sz="2400" dirty="0"/>
              <a:t>. </a:t>
            </a:r>
            <a:r>
              <a:rPr lang="ko-KR" altLang="ko-KR" sz="2400" dirty="0" err="1"/>
              <a:t>About</a:t>
            </a:r>
            <a:r>
              <a:rPr lang="ko-KR" altLang="ko-KR" sz="2400" dirty="0"/>
              <a:t> 120 </a:t>
            </a:r>
            <a:r>
              <a:rPr lang="ko-KR" altLang="ko-KR" sz="2400" dirty="0" err="1"/>
              <a:t>believers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gathered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upper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room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united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prayer</a:t>
            </a:r>
            <a:r>
              <a:rPr lang="ko-KR" altLang="ko-KR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ko-KR" sz="2400" dirty="0" err="1"/>
              <a:t>They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also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chose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Matthias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to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take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place</a:t>
            </a:r>
            <a:r>
              <a:rPr lang="ko-KR" altLang="ko-KR" sz="2400" dirty="0"/>
              <a:t> of </a:t>
            </a:r>
            <a:r>
              <a:rPr lang="ko-KR" altLang="ko-KR" sz="2400" dirty="0" err="1"/>
              <a:t>Judas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Iscariot</a:t>
            </a:r>
            <a:r>
              <a:rPr lang="ko-KR" altLang="ko-KR" sz="2400" dirty="0"/>
              <a:t> and </a:t>
            </a:r>
            <a:r>
              <a:rPr lang="ko-KR" altLang="ko-KR" sz="2400" dirty="0" err="1"/>
              <a:t>prepared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for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their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mission</a:t>
            </a:r>
            <a:r>
              <a:rPr lang="ko-KR" altLang="ko-KR" sz="2400" dirty="0"/>
              <a:t> of </a:t>
            </a:r>
            <a:r>
              <a:rPr lang="ko-KR" altLang="ko-KR" sz="2400" dirty="0" err="1"/>
              <a:t>spreading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gospel</a:t>
            </a:r>
            <a:r>
              <a:rPr lang="ko-KR" altLang="ko-KR" sz="2400" dirty="0"/>
              <a:t>.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2228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A45AA20-0784-4401-13C1-BDBE1B688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6600" b="1" dirty="0"/>
              <a:t>Main Flow</a:t>
            </a:r>
            <a:endParaRPr lang="ko-KR" altLang="en-US" sz="6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23A76-E794-E1EA-78AF-E237763F1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Jesus’ command →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Jesus’ ascension →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Prayer in the upper room →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Matthias chosen →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Waiting for the Holy Spirit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3260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E6888B-F82F-F293-D29B-2D5316A5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6600" b="1" dirty="0"/>
              <a:t>Go in Vain </a:t>
            </a:r>
            <a:endParaRPr lang="ko-KR" altLang="en-US" sz="6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2A801E-5ACC-C5DD-56C2-9DF7962A5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7" y="2115047"/>
            <a:ext cx="10397921" cy="468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3000" dirty="0"/>
              <a:t>23 And they proposed two: Joseph called Barsabas, who was surnamed Justus, and Matthias. </a:t>
            </a:r>
          </a:p>
          <a:p>
            <a:pPr marL="0" indent="0">
              <a:buNone/>
            </a:pPr>
            <a:r>
              <a:rPr lang="en-US" altLang="ko-KR" sz="3000" dirty="0"/>
              <a:t>24 And they prayed and said, “You, O Lord, who know the hearts of all, show which of these two You have chosen </a:t>
            </a:r>
          </a:p>
          <a:p>
            <a:pPr marL="0" indent="0">
              <a:buNone/>
            </a:pPr>
            <a:r>
              <a:rPr lang="en-US" altLang="ko-KR" sz="3000" dirty="0"/>
              <a:t>25 to take part in this ministry and apostleship from which Judas by transgression fell, that he might go to his own place.” </a:t>
            </a:r>
          </a:p>
          <a:p>
            <a:pPr marL="0" indent="0">
              <a:buNone/>
            </a:pPr>
            <a:r>
              <a:rPr lang="en-US" altLang="ko-KR" sz="3000" dirty="0"/>
              <a:t>26 And they cast their lots, and the lot fell on Matthias. And he was numbered with the eleven apostles.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838496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D18728E-2074-CA21-8C9E-0A69725FF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6600" b="1" dirty="0"/>
              <a:t>Go in Vain </a:t>
            </a:r>
            <a:endParaRPr lang="ko-KR" altLang="en-US" sz="6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C0B359-FA43-77B0-A38E-B20085BEE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4000" dirty="0"/>
              <a:t>There is a way that seems right to a man,</a:t>
            </a:r>
          </a:p>
          <a:p>
            <a:pPr marL="0" indent="0">
              <a:buNone/>
            </a:pPr>
            <a:r>
              <a:rPr lang="en-US" altLang="ko-KR" sz="4000" dirty="0"/>
              <a:t>But its end is the way of death. </a:t>
            </a:r>
          </a:p>
          <a:p>
            <a:pPr marL="0" indent="0">
              <a:buNone/>
            </a:pPr>
            <a:r>
              <a:rPr lang="en-US" altLang="ko-KR" sz="4000" dirty="0"/>
              <a:t>(Problems 16:25)</a:t>
            </a:r>
            <a:endParaRPr lang="ko-KR" altLang="en-US" sz="40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06822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EAB2B-5B8B-D4E4-BB7F-E4E1CD6A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DEFE5B7-F14B-443A-FCEA-146B1F83A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D2614BD-FDFE-D58F-D247-2612A5A29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FF197CF-2034-E9CB-76D5-F0AA9D276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C25A435-4769-E1D6-4B03-C6E5A782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6600" b="1" dirty="0"/>
              <a:t>Homework</a:t>
            </a:r>
            <a:endParaRPr lang="ko-KR" altLang="en-US" sz="6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E254F-2894-9506-E4C1-AF53F77C3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560EFC-0C70-18EE-2390-86CBE737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Listen to </a:t>
            </a:r>
            <a:r>
              <a:rPr lang="en-US" altLang="ko-KR" sz="4000" dirty="0" err="1"/>
              <a:t>Youtube</a:t>
            </a:r>
            <a:r>
              <a:rPr lang="en-US" altLang="ko-KR" sz="4000" dirty="0"/>
              <a:t> of Acts </a:t>
            </a:r>
            <a:r>
              <a:rPr lang="en-US" altLang="ko-KR" sz="4000"/>
              <a:t>No.2</a:t>
            </a:r>
            <a:endParaRPr lang="en-US" altLang="ko-KR" sz="40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Summary and Refection paper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10 Korean Christian Vocabulary </a:t>
            </a:r>
          </a:p>
          <a:p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13717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797BF-0E04-1DF6-3008-221FA0E3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4B898B-2035-79A6-2ABA-AFF0B8FE8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2483944-F7DE-9192-4E67-64806904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 Korean Christian Vocabulary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6C6A2-109C-D3C2-B051-3C99C67C1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>
            <a:normAutofit/>
          </a:bodyPr>
          <a:lstStyle/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 err="1"/>
              <a:t>세상죄</a:t>
            </a:r>
            <a:r>
              <a:rPr lang="en-US" altLang="ko-KR" sz="3600" dirty="0"/>
              <a:t>		</a:t>
            </a:r>
          </a:p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/>
              <a:t>다 이루었다</a:t>
            </a:r>
            <a:endParaRPr lang="en-US" altLang="ko-KR" sz="3600" dirty="0"/>
          </a:p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/>
              <a:t>지옥</a:t>
            </a:r>
            <a:endParaRPr lang="en-US" altLang="ko-KR" sz="3600" dirty="0"/>
          </a:p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/>
              <a:t>천국</a:t>
            </a:r>
            <a:endParaRPr lang="en-US" altLang="ko-KR" sz="3600" dirty="0"/>
          </a:p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/>
              <a:t>죄사함</a:t>
            </a:r>
            <a:endParaRPr lang="en-US" altLang="ko-KR" sz="36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B26CD1F-2C0B-408B-602B-EC1A4EB55EE6}"/>
              </a:ext>
            </a:extLst>
          </p:cNvPr>
          <p:cNvSpPr txBox="1">
            <a:spLocks/>
          </p:cNvSpPr>
          <p:nvPr/>
        </p:nvSpPr>
        <p:spPr>
          <a:xfrm>
            <a:off x="6189154" y="2398626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구약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3600" noProof="0" dirty="0"/>
              <a:t>신약</a:t>
            </a: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		</a:t>
            </a:r>
            <a:endParaRPr lang="en-US" altLang="ko-KR" sz="3600" dirty="0"/>
          </a:p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3600" dirty="0"/>
              <a:t>복음</a:t>
            </a: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		 </a:t>
            </a:r>
          </a:p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3600" dirty="0"/>
              <a:t>회</a:t>
            </a:r>
            <a:r>
              <a:rPr lang="ko-KR" altLang="en-US" sz="3600" noProof="0" dirty="0"/>
              <a:t>개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3600" dirty="0"/>
              <a:t>전도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2281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382</Words>
  <Application>Microsoft Office PowerPoint</Application>
  <PresentationFormat>와이드스크린</PresentationFormat>
  <Paragraphs>54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Lucida Handwriting</vt:lpstr>
      <vt:lpstr>Office 테마</vt:lpstr>
      <vt:lpstr>Book of Acts    Chapter 1</vt:lpstr>
      <vt:lpstr>Homework</vt:lpstr>
      <vt:lpstr>10 Korean Christian Vocabulary  </vt:lpstr>
      <vt:lpstr>Chapter 1 Summary</vt:lpstr>
      <vt:lpstr>The Disciples Wait for the Holy Spirit</vt:lpstr>
      <vt:lpstr>Main Flow</vt:lpstr>
      <vt:lpstr>Go in Vain </vt:lpstr>
      <vt:lpstr>Go in Vain </vt:lpstr>
      <vt:lpstr>Homework</vt:lpstr>
      <vt:lpstr>10 Korean Christian Vocabulary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 Gichun</dc:creator>
  <cp:lastModifiedBy>Cho Gichun</cp:lastModifiedBy>
  <cp:revision>3</cp:revision>
  <dcterms:created xsi:type="dcterms:W3CDTF">2026-09-11T11:00:26Z</dcterms:created>
  <dcterms:modified xsi:type="dcterms:W3CDTF">2026-09-11T14:19:19Z</dcterms:modified>
</cp:coreProperties>
</file>